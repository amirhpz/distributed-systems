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A5BB82-CC16-4FCB-B5A9-85AC0B3D90E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9B03CA6-4588-496D-AAF7-790E9221A441}">
      <dgm:prSet/>
      <dgm:spPr/>
      <dgm:t>
        <a:bodyPr/>
        <a:lstStyle/>
        <a:p>
          <a:r>
            <a:rPr lang="en-US"/>
            <a:t>The rise of Big Data and the need for new types of databases</a:t>
          </a:r>
        </a:p>
      </dgm:t>
    </dgm:pt>
    <dgm:pt modelId="{38E885B3-1989-4842-BE55-099B84DA334F}" type="parTrans" cxnId="{E74FDC94-FC81-4CA9-AEB5-6905D6ADFC31}">
      <dgm:prSet/>
      <dgm:spPr/>
      <dgm:t>
        <a:bodyPr/>
        <a:lstStyle/>
        <a:p>
          <a:endParaRPr lang="en-US"/>
        </a:p>
      </dgm:t>
    </dgm:pt>
    <dgm:pt modelId="{18315CEB-2783-40C9-9DBB-17DB2B47F305}" type="sibTrans" cxnId="{E74FDC94-FC81-4CA9-AEB5-6905D6ADFC31}">
      <dgm:prSet/>
      <dgm:spPr/>
      <dgm:t>
        <a:bodyPr/>
        <a:lstStyle/>
        <a:p>
          <a:endParaRPr lang="en-US"/>
        </a:p>
      </dgm:t>
    </dgm:pt>
    <dgm:pt modelId="{923F3FE5-0F58-49B0-90CB-F8FEDB391116}">
      <dgm:prSet/>
      <dgm:spPr/>
      <dgm:t>
        <a:bodyPr/>
        <a:lstStyle/>
        <a:p>
          <a:r>
            <a:rPr lang="en-US"/>
            <a:t>Difference between SQL and NoSQL databases</a:t>
          </a:r>
        </a:p>
      </dgm:t>
    </dgm:pt>
    <dgm:pt modelId="{0D455FAF-7673-42A5-9DDA-F0CFA0B9495C}" type="parTrans" cxnId="{8BA8CFE8-09B7-498D-B4A0-26A55E2BB229}">
      <dgm:prSet/>
      <dgm:spPr/>
      <dgm:t>
        <a:bodyPr/>
        <a:lstStyle/>
        <a:p>
          <a:endParaRPr lang="en-US"/>
        </a:p>
      </dgm:t>
    </dgm:pt>
    <dgm:pt modelId="{2FEA16C2-C8A8-4FD6-B466-F105CB927CC9}" type="sibTrans" cxnId="{8BA8CFE8-09B7-498D-B4A0-26A55E2BB229}">
      <dgm:prSet/>
      <dgm:spPr/>
      <dgm:t>
        <a:bodyPr/>
        <a:lstStyle/>
        <a:p>
          <a:endParaRPr lang="en-US"/>
        </a:p>
      </dgm:t>
    </dgm:pt>
    <dgm:pt modelId="{96C39DA1-679F-462D-9A95-80D72384335A}">
      <dgm:prSet/>
      <dgm:spPr/>
      <dgm:t>
        <a:bodyPr/>
        <a:lstStyle/>
        <a:p>
          <a:r>
            <a:rPr lang="en-US"/>
            <a:t>NoSQL: schema-less, highly scalable, fast for large data</a:t>
          </a:r>
        </a:p>
      </dgm:t>
    </dgm:pt>
    <dgm:pt modelId="{117D7927-C966-429E-BCA0-4C6352092100}" type="parTrans" cxnId="{00EB62F6-37A7-4E07-BE15-7C3964AC7B76}">
      <dgm:prSet/>
      <dgm:spPr/>
      <dgm:t>
        <a:bodyPr/>
        <a:lstStyle/>
        <a:p>
          <a:endParaRPr lang="en-US"/>
        </a:p>
      </dgm:t>
    </dgm:pt>
    <dgm:pt modelId="{66CC5D80-EB78-474B-BEF7-7D4048934784}" type="sibTrans" cxnId="{00EB62F6-37A7-4E07-BE15-7C3964AC7B76}">
      <dgm:prSet/>
      <dgm:spPr/>
      <dgm:t>
        <a:bodyPr/>
        <a:lstStyle/>
        <a:p>
          <a:endParaRPr lang="en-US"/>
        </a:p>
      </dgm:t>
    </dgm:pt>
    <dgm:pt modelId="{45C78885-8418-4E3F-B9BF-E3663BB27C68}">
      <dgm:prSet/>
      <dgm:spPr/>
      <dgm:t>
        <a:bodyPr/>
        <a:lstStyle/>
        <a:p>
          <a:r>
            <a:rPr lang="en-US"/>
            <a:t>Cassandra: a leading distributed NoSQL database</a:t>
          </a:r>
        </a:p>
      </dgm:t>
    </dgm:pt>
    <dgm:pt modelId="{362A29A8-C0D2-4FE9-B54C-C2697C17E943}" type="parTrans" cxnId="{49EAD67E-0D2B-45BD-81D4-4109A2B02259}">
      <dgm:prSet/>
      <dgm:spPr/>
      <dgm:t>
        <a:bodyPr/>
        <a:lstStyle/>
        <a:p>
          <a:endParaRPr lang="en-US"/>
        </a:p>
      </dgm:t>
    </dgm:pt>
    <dgm:pt modelId="{0C7A199C-D19C-44D8-8BAE-7E15AC32DF3A}" type="sibTrans" cxnId="{49EAD67E-0D2B-45BD-81D4-4109A2B02259}">
      <dgm:prSet/>
      <dgm:spPr/>
      <dgm:t>
        <a:bodyPr/>
        <a:lstStyle/>
        <a:p>
          <a:endParaRPr lang="en-US"/>
        </a:p>
      </dgm:t>
    </dgm:pt>
    <dgm:pt modelId="{5257291D-5627-4445-A18B-CBC23AB12A75}" type="pres">
      <dgm:prSet presAssocID="{6AA5BB82-CC16-4FCB-B5A9-85AC0B3D90EB}" presName="root" presStyleCnt="0">
        <dgm:presLayoutVars>
          <dgm:dir/>
          <dgm:resizeHandles val="exact"/>
        </dgm:presLayoutVars>
      </dgm:prSet>
      <dgm:spPr/>
    </dgm:pt>
    <dgm:pt modelId="{923AF084-C8B6-4588-94BD-8447E50FE982}" type="pres">
      <dgm:prSet presAssocID="{6AA5BB82-CC16-4FCB-B5A9-85AC0B3D90EB}" presName="container" presStyleCnt="0">
        <dgm:presLayoutVars>
          <dgm:dir/>
          <dgm:resizeHandles val="exact"/>
        </dgm:presLayoutVars>
      </dgm:prSet>
      <dgm:spPr/>
    </dgm:pt>
    <dgm:pt modelId="{10FBA2D3-56AC-4157-B16B-85FA6C2A15BD}" type="pres">
      <dgm:prSet presAssocID="{B9B03CA6-4588-496D-AAF7-790E9221A441}" presName="compNode" presStyleCnt="0"/>
      <dgm:spPr/>
    </dgm:pt>
    <dgm:pt modelId="{28CCEB14-76CC-4443-A5FE-4F18D0164E82}" type="pres">
      <dgm:prSet presAssocID="{B9B03CA6-4588-496D-AAF7-790E9221A441}" presName="iconBgRect" presStyleLbl="bgShp" presStyleIdx="0" presStyleCnt="4"/>
      <dgm:spPr/>
    </dgm:pt>
    <dgm:pt modelId="{C58481DC-1AA7-42C2-B19E-A8E862EC820E}" type="pres">
      <dgm:prSet presAssocID="{B9B03CA6-4588-496D-AAF7-790E9221A44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3A5D936-9201-4E1B-972C-CD7684590A52}" type="pres">
      <dgm:prSet presAssocID="{B9B03CA6-4588-496D-AAF7-790E9221A441}" presName="spaceRect" presStyleCnt="0"/>
      <dgm:spPr/>
    </dgm:pt>
    <dgm:pt modelId="{E32633D9-EEF9-4218-B7A2-65841F1C5CC1}" type="pres">
      <dgm:prSet presAssocID="{B9B03CA6-4588-496D-AAF7-790E9221A441}" presName="textRect" presStyleLbl="revTx" presStyleIdx="0" presStyleCnt="4">
        <dgm:presLayoutVars>
          <dgm:chMax val="1"/>
          <dgm:chPref val="1"/>
        </dgm:presLayoutVars>
      </dgm:prSet>
      <dgm:spPr/>
    </dgm:pt>
    <dgm:pt modelId="{A20FEC4D-25FA-409C-AB62-24D761216F54}" type="pres">
      <dgm:prSet presAssocID="{18315CEB-2783-40C9-9DBB-17DB2B47F305}" presName="sibTrans" presStyleLbl="sibTrans2D1" presStyleIdx="0" presStyleCnt="0"/>
      <dgm:spPr/>
    </dgm:pt>
    <dgm:pt modelId="{BA09808F-968D-4F03-BF2B-65DF6F0A8EEB}" type="pres">
      <dgm:prSet presAssocID="{923F3FE5-0F58-49B0-90CB-F8FEDB391116}" presName="compNode" presStyleCnt="0"/>
      <dgm:spPr/>
    </dgm:pt>
    <dgm:pt modelId="{4CE48C0C-09BC-4564-9D62-92BBBF362FC8}" type="pres">
      <dgm:prSet presAssocID="{923F3FE5-0F58-49B0-90CB-F8FEDB391116}" presName="iconBgRect" presStyleLbl="bgShp" presStyleIdx="1" presStyleCnt="4"/>
      <dgm:spPr/>
    </dgm:pt>
    <dgm:pt modelId="{E8C5D58B-0D3A-4001-9CE9-CFF4FDE69FE9}" type="pres">
      <dgm:prSet presAssocID="{923F3FE5-0F58-49B0-90CB-F8FEDB39111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D2B8ED6-C4DB-455B-9004-00B7CF12BF2F}" type="pres">
      <dgm:prSet presAssocID="{923F3FE5-0F58-49B0-90CB-F8FEDB391116}" presName="spaceRect" presStyleCnt="0"/>
      <dgm:spPr/>
    </dgm:pt>
    <dgm:pt modelId="{A8086F04-CBA8-4B98-9879-55C38BAEAC18}" type="pres">
      <dgm:prSet presAssocID="{923F3FE5-0F58-49B0-90CB-F8FEDB391116}" presName="textRect" presStyleLbl="revTx" presStyleIdx="1" presStyleCnt="4">
        <dgm:presLayoutVars>
          <dgm:chMax val="1"/>
          <dgm:chPref val="1"/>
        </dgm:presLayoutVars>
      </dgm:prSet>
      <dgm:spPr/>
    </dgm:pt>
    <dgm:pt modelId="{04B98250-42A7-4EDC-8A2D-DB1DB1DF2AE7}" type="pres">
      <dgm:prSet presAssocID="{2FEA16C2-C8A8-4FD6-B466-F105CB927CC9}" presName="sibTrans" presStyleLbl="sibTrans2D1" presStyleIdx="0" presStyleCnt="0"/>
      <dgm:spPr/>
    </dgm:pt>
    <dgm:pt modelId="{84B70971-6917-4D6A-A6DF-E0A38A3867A5}" type="pres">
      <dgm:prSet presAssocID="{96C39DA1-679F-462D-9A95-80D72384335A}" presName="compNode" presStyleCnt="0"/>
      <dgm:spPr/>
    </dgm:pt>
    <dgm:pt modelId="{75C74B3E-70A3-4B61-9D0D-85002200CA04}" type="pres">
      <dgm:prSet presAssocID="{96C39DA1-679F-462D-9A95-80D72384335A}" presName="iconBgRect" presStyleLbl="bgShp" presStyleIdx="2" presStyleCnt="4"/>
      <dgm:spPr/>
    </dgm:pt>
    <dgm:pt modelId="{7978A25B-C1D3-4C03-B965-4704A422FBA6}" type="pres">
      <dgm:prSet presAssocID="{96C39DA1-679F-462D-9A95-80D72384335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D4DCDB6F-B6DE-43B7-9F3B-B8B29857EB80}" type="pres">
      <dgm:prSet presAssocID="{96C39DA1-679F-462D-9A95-80D72384335A}" presName="spaceRect" presStyleCnt="0"/>
      <dgm:spPr/>
    </dgm:pt>
    <dgm:pt modelId="{D9055583-7462-4F6A-9A72-33FB7C705FC9}" type="pres">
      <dgm:prSet presAssocID="{96C39DA1-679F-462D-9A95-80D72384335A}" presName="textRect" presStyleLbl="revTx" presStyleIdx="2" presStyleCnt="4">
        <dgm:presLayoutVars>
          <dgm:chMax val="1"/>
          <dgm:chPref val="1"/>
        </dgm:presLayoutVars>
      </dgm:prSet>
      <dgm:spPr/>
    </dgm:pt>
    <dgm:pt modelId="{D151E6EE-2A3D-4B7A-AFF2-DF20F6321BBE}" type="pres">
      <dgm:prSet presAssocID="{66CC5D80-EB78-474B-BEF7-7D4048934784}" presName="sibTrans" presStyleLbl="sibTrans2D1" presStyleIdx="0" presStyleCnt="0"/>
      <dgm:spPr/>
    </dgm:pt>
    <dgm:pt modelId="{15F2903A-DE4C-4B82-8081-012A4DB8CBEF}" type="pres">
      <dgm:prSet presAssocID="{45C78885-8418-4E3F-B9BF-E3663BB27C68}" presName="compNode" presStyleCnt="0"/>
      <dgm:spPr/>
    </dgm:pt>
    <dgm:pt modelId="{EA8A8553-16CF-44DA-ACC9-8CA41E6E3389}" type="pres">
      <dgm:prSet presAssocID="{45C78885-8418-4E3F-B9BF-E3663BB27C68}" presName="iconBgRect" presStyleLbl="bgShp" presStyleIdx="3" presStyleCnt="4"/>
      <dgm:spPr/>
    </dgm:pt>
    <dgm:pt modelId="{BC1B9E0C-19D7-4180-875E-6F8DAFD4AB64}" type="pres">
      <dgm:prSet presAssocID="{45C78885-8418-4E3F-B9BF-E3663BB27C6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A4CC5C7-72D1-4BE6-8B67-E50AE4980C85}" type="pres">
      <dgm:prSet presAssocID="{45C78885-8418-4E3F-B9BF-E3663BB27C68}" presName="spaceRect" presStyleCnt="0"/>
      <dgm:spPr/>
    </dgm:pt>
    <dgm:pt modelId="{D62BC3C6-B055-4B01-AD07-6317E331EB44}" type="pres">
      <dgm:prSet presAssocID="{45C78885-8418-4E3F-B9BF-E3663BB27C6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2773B2F-8E17-4FE8-B3CB-8C959CFF5377}" type="presOf" srcId="{96C39DA1-679F-462D-9A95-80D72384335A}" destId="{D9055583-7462-4F6A-9A72-33FB7C705FC9}" srcOrd="0" destOrd="0" presId="urn:microsoft.com/office/officeart/2018/2/layout/IconCircleList"/>
    <dgm:cxn modelId="{C95EA56D-9C08-4B14-8E3F-294BF6E0F58D}" type="presOf" srcId="{66CC5D80-EB78-474B-BEF7-7D4048934784}" destId="{D151E6EE-2A3D-4B7A-AFF2-DF20F6321BBE}" srcOrd="0" destOrd="0" presId="urn:microsoft.com/office/officeart/2018/2/layout/IconCircleList"/>
    <dgm:cxn modelId="{9D7DD74D-19A0-4FFD-81F4-569BC4960E80}" type="presOf" srcId="{45C78885-8418-4E3F-B9BF-E3663BB27C68}" destId="{D62BC3C6-B055-4B01-AD07-6317E331EB44}" srcOrd="0" destOrd="0" presId="urn:microsoft.com/office/officeart/2018/2/layout/IconCircleList"/>
    <dgm:cxn modelId="{49EAD67E-0D2B-45BD-81D4-4109A2B02259}" srcId="{6AA5BB82-CC16-4FCB-B5A9-85AC0B3D90EB}" destId="{45C78885-8418-4E3F-B9BF-E3663BB27C68}" srcOrd="3" destOrd="0" parTransId="{362A29A8-C0D2-4FE9-B54C-C2697C17E943}" sibTransId="{0C7A199C-D19C-44D8-8BAE-7E15AC32DF3A}"/>
    <dgm:cxn modelId="{1101B686-6478-41EF-9D65-FC42413172A3}" type="presOf" srcId="{6AA5BB82-CC16-4FCB-B5A9-85AC0B3D90EB}" destId="{5257291D-5627-4445-A18B-CBC23AB12A75}" srcOrd="0" destOrd="0" presId="urn:microsoft.com/office/officeart/2018/2/layout/IconCircleList"/>
    <dgm:cxn modelId="{66473B93-EB4F-403F-8199-4EEDDD483DB7}" type="presOf" srcId="{B9B03CA6-4588-496D-AAF7-790E9221A441}" destId="{E32633D9-EEF9-4218-B7A2-65841F1C5CC1}" srcOrd="0" destOrd="0" presId="urn:microsoft.com/office/officeart/2018/2/layout/IconCircleList"/>
    <dgm:cxn modelId="{E74FDC94-FC81-4CA9-AEB5-6905D6ADFC31}" srcId="{6AA5BB82-CC16-4FCB-B5A9-85AC0B3D90EB}" destId="{B9B03CA6-4588-496D-AAF7-790E9221A441}" srcOrd="0" destOrd="0" parTransId="{38E885B3-1989-4842-BE55-099B84DA334F}" sibTransId="{18315CEB-2783-40C9-9DBB-17DB2B47F305}"/>
    <dgm:cxn modelId="{5E0F8DAD-F056-4640-9267-2784F603A055}" type="presOf" srcId="{923F3FE5-0F58-49B0-90CB-F8FEDB391116}" destId="{A8086F04-CBA8-4B98-9879-55C38BAEAC18}" srcOrd="0" destOrd="0" presId="urn:microsoft.com/office/officeart/2018/2/layout/IconCircleList"/>
    <dgm:cxn modelId="{314E99BA-1A91-4597-9B05-0E40B306663A}" type="presOf" srcId="{2FEA16C2-C8A8-4FD6-B466-F105CB927CC9}" destId="{04B98250-42A7-4EDC-8A2D-DB1DB1DF2AE7}" srcOrd="0" destOrd="0" presId="urn:microsoft.com/office/officeart/2018/2/layout/IconCircleList"/>
    <dgm:cxn modelId="{8BA8CFE8-09B7-498D-B4A0-26A55E2BB229}" srcId="{6AA5BB82-CC16-4FCB-B5A9-85AC0B3D90EB}" destId="{923F3FE5-0F58-49B0-90CB-F8FEDB391116}" srcOrd="1" destOrd="0" parTransId="{0D455FAF-7673-42A5-9DDA-F0CFA0B9495C}" sibTransId="{2FEA16C2-C8A8-4FD6-B466-F105CB927CC9}"/>
    <dgm:cxn modelId="{912436EA-EB63-4BDC-9800-A6359A951845}" type="presOf" srcId="{18315CEB-2783-40C9-9DBB-17DB2B47F305}" destId="{A20FEC4D-25FA-409C-AB62-24D761216F54}" srcOrd="0" destOrd="0" presId="urn:microsoft.com/office/officeart/2018/2/layout/IconCircleList"/>
    <dgm:cxn modelId="{00EB62F6-37A7-4E07-BE15-7C3964AC7B76}" srcId="{6AA5BB82-CC16-4FCB-B5A9-85AC0B3D90EB}" destId="{96C39DA1-679F-462D-9A95-80D72384335A}" srcOrd="2" destOrd="0" parTransId="{117D7927-C966-429E-BCA0-4C6352092100}" sibTransId="{66CC5D80-EB78-474B-BEF7-7D4048934784}"/>
    <dgm:cxn modelId="{34126013-3FB9-4642-8449-38F26E6E0577}" type="presParOf" srcId="{5257291D-5627-4445-A18B-CBC23AB12A75}" destId="{923AF084-C8B6-4588-94BD-8447E50FE982}" srcOrd="0" destOrd="0" presId="urn:microsoft.com/office/officeart/2018/2/layout/IconCircleList"/>
    <dgm:cxn modelId="{221BCA04-555D-41D0-BF5B-1929B418A6FB}" type="presParOf" srcId="{923AF084-C8B6-4588-94BD-8447E50FE982}" destId="{10FBA2D3-56AC-4157-B16B-85FA6C2A15BD}" srcOrd="0" destOrd="0" presId="urn:microsoft.com/office/officeart/2018/2/layout/IconCircleList"/>
    <dgm:cxn modelId="{9D3C840D-E2FD-4EFF-B707-752B8B3A5D1A}" type="presParOf" srcId="{10FBA2D3-56AC-4157-B16B-85FA6C2A15BD}" destId="{28CCEB14-76CC-4443-A5FE-4F18D0164E82}" srcOrd="0" destOrd="0" presId="urn:microsoft.com/office/officeart/2018/2/layout/IconCircleList"/>
    <dgm:cxn modelId="{96CB8C4E-116D-4DC1-AE43-61A4C3E31B6D}" type="presParOf" srcId="{10FBA2D3-56AC-4157-B16B-85FA6C2A15BD}" destId="{C58481DC-1AA7-42C2-B19E-A8E862EC820E}" srcOrd="1" destOrd="0" presId="urn:microsoft.com/office/officeart/2018/2/layout/IconCircleList"/>
    <dgm:cxn modelId="{9F548329-0BAC-4ABB-AFD5-67BD134C65D6}" type="presParOf" srcId="{10FBA2D3-56AC-4157-B16B-85FA6C2A15BD}" destId="{63A5D936-9201-4E1B-972C-CD7684590A52}" srcOrd="2" destOrd="0" presId="urn:microsoft.com/office/officeart/2018/2/layout/IconCircleList"/>
    <dgm:cxn modelId="{17AA3B65-DB49-412A-9F86-8CA358627E4C}" type="presParOf" srcId="{10FBA2D3-56AC-4157-B16B-85FA6C2A15BD}" destId="{E32633D9-EEF9-4218-B7A2-65841F1C5CC1}" srcOrd="3" destOrd="0" presId="urn:microsoft.com/office/officeart/2018/2/layout/IconCircleList"/>
    <dgm:cxn modelId="{FE30FC17-BC28-44EA-A0B4-B715BD4CD4FF}" type="presParOf" srcId="{923AF084-C8B6-4588-94BD-8447E50FE982}" destId="{A20FEC4D-25FA-409C-AB62-24D761216F54}" srcOrd="1" destOrd="0" presId="urn:microsoft.com/office/officeart/2018/2/layout/IconCircleList"/>
    <dgm:cxn modelId="{ACF87EE5-AFB8-42EA-A291-10E5FBBE9DFB}" type="presParOf" srcId="{923AF084-C8B6-4588-94BD-8447E50FE982}" destId="{BA09808F-968D-4F03-BF2B-65DF6F0A8EEB}" srcOrd="2" destOrd="0" presId="urn:microsoft.com/office/officeart/2018/2/layout/IconCircleList"/>
    <dgm:cxn modelId="{6327EB73-AE51-42C1-B100-B17E8A5FF287}" type="presParOf" srcId="{BA09808F-968D-4F03-BF2B-65DF6F0A8EEB}" destId="{4CE48C0C-09BC-4564-9D62-92BBBF362FC8}" srcOrd="0" destOrd="0" presId="urn:microsoft.com/office/officeart/2018/2/layout/IconCircleList"/>
    <dgm:cxn modelId="{02B6714A-B49E-4809-8750-9B4AB08A16C2}" type="presParOf" srcId="{BA09808F-968D-4F03-BF2B-65DF6F0A8EEB}" destId="{E8C5D58B-0D3A-4001-9CE9-CFF4FDE69FE9}" srcOrd="1" destOrd="0" presId="urn:microsoft.com/office/officeart/2018/2/layout/IconCircleList"/>
    <dgm:cxn modelId="{32081828-A988-46C8-84F1-6893365A434B}" type="presParOf" srcId="{BA09808F-968D-4F03-BF2B-65DF6F0A8EEB}" destId="{5D2B8ED6-C4DB-455B-9004-00B7CF12BF2F}" srcOrd="2" destOrd="0" presId="urn:microsoft.com/office/officeart/2018/2/layout/IconCircleList"/>
    <dgm:cxn modelId="{4328EBE4-C910-44D0-A49F-01D562ACE983}" type="presParOf" srcId="{BA09808F-968D-4F03-BF2B-65DF6F0A8EEB}" destId="{A8086F04-CBA8-4B98-9879-55C38BAEAC18}" srcOrd="3" destOrd="0" presId="urn:microsoft.com/office/officeart/2018/2/layout/IconCircleList"/>
    <dgm:cxn modelId="{EC23A9B7-CA49-4C0A-BF06-684C9697731F}" type="presParOf" srcId="{923AF084-C8B6-4588-94BD-8447E50FE982}" destId="{04B98250-42A7-4EDC-8A2D-DB1DB1DF2AE7}" srcOrd="3" destOrd="0" presId="urn:microsoft.com/office/officeart/2018/2/layout/IconCircleList"/>
    <dgm:cxn modelId="{3A2D325B-ACAC-4351-A802-68F7C759030E}" type="presParOf" srcId="{923AF084-C8B6-4588-94BD-8447E50FE982}" destId="{84B70971-6917-4D6A-A6DF-E0A38A3867A5}" srcOrd="4" destOrd="0" presId="urn:microsoft.com/office/officeart/2018/2/layout/IconCircleList"/>
    <dgm:cxn modelId="{E80A97A5-E652-4024-83EA-B3B5D882FA88}" type="presParOf" srcId="{84B70971-6917-4D6A-A6DF-E0A38A3867A5}" destId="{75C74B3E-70A3-4B61-9D0D-85002200CA04}" srcOrd="0" destOrd="0" presId="urn:microsoft.com/office/officeart/2018/2/layout/IconCircleList"/>
    <dgm:cxn modelId="{7A991BEE-9EE2-4897-8043-AC283D46C594}" type="presParOf" srcId="{84B70971-6917-4D6A-A6DF-E0A38A3867A5}" destId="{7978A25B-C1D3-4C03-B965-4704A422FBA6}" srcOrd="1" destOrd="0" presId="urn:microsoft.com/office/officeart/2018/2/layout/IconCircleList"/>
    <dgm:cxn modelId="{3C5C0B70-84C7-4754-9311-4CE930C3C4D9}" type="presParOf" srcId="{84B70971-6917-4D6A-A6DF-E0A38A3867A5}" destId="{D4DCDB6F-B6DE-43B7-9F3B-B8B29857EB80}" srcOrd="2" destOrd="0" presId="urn:microsoft.com/office/officeart/2018/2/layout/IconCircleList"/>
    <dgm:cxn modelId="{773384D9-6596-44EA-A91B-13B0AEDDE8AF}" type="presParOf" srcId="{84B70971-6917-4D6A-A6DF-E0A38A3867A5}" destId="{D9055583-7462-4F6A-9A72-33FB7C705FC9}" srcOrd="3" destOrd="0" presId="urn:microsoft.com/office/officeart/2018/2/layout/IconCircleList"/>
    <dgm:cxn modelId="{383EA17D-E79C-4F7B-A9FE-2B27BBB4CE6E}" type="presParOf" srcId="{923AF084-C8B6-4588-94BD-8447E50FE982}" destId="{D151E6EE-2A3D-4B7A-AFF2-DF20F6321BBE}" srcOrd="5" destOrd="0" presId="urn:microsoft.com/office/officeart/2018/2/layout/IconCircleList"/>
    <dgm:cxn modelId="{DD82E42A-F8B2-49EC-8870-C53D32376B6F}" type="presParOf" srcId="{923AF084-C8B6-4588-94BD-8447E50FE982}" destId="{15F2903A-DE4C-4B82-8081-012A4DB8CBEF}" srcOrd="6" destOrd="0" presId="urn:microsoft.com/office/officeart/2018/2/layout/IconCircleList"/>
    <dgm:cxn modelId="{A7B2BF7D-AB7C-43BE-A136-318682332F05}" type="presParOf" srcId="{15F2903A-DE4C-4B82-8081-012A4DB8CBEF}" destId="{EA8A8553-16CF-44DA-ACC9-8CA41E6E3389}" srcOrd="0" destOrd="0" presId="urn:microsoft.com/office/officeart/2018/2/layout/IconCircleList"/>
    <dgm:cxn modelId="{77CF8AA5-839C-4E58-A28F-AE7E505A96E5}" type="presParOf" srcId="{15F2903A-DE4C-4B82-8081-012A4DB8CBEF}" destId="{BC1B9E0C-19D7-4180-875E-6F8DAFD4AB64}" srcOrd="1" destOrd="0" presId="urn:microsoft.com/office/officeart/2018/2/layout/IconCircleList"/>
    <dgm:cxn modelId="{A2B0DEE7-CF74-4798-B0B9-6AB1B91C4A15}" type="presParOf" srcId="{15F2903A-DE4C-4B82-8081-012A4DB8CBEF}" destId="{6A4CC5C7-72D1-4BE6-8B67-E50AE4980C85}" srcOrd="2" destOrd="0" presId="urn:microsoft.com/office/officeart/2018/2/layout/IconCircleList"/>
    <dgm:cxn modelId="{9E51D505-5D4F-4971-981F-A4B23A16A821}" type="presParOf" srcId="{15F2903A-DE4C-4B82-8081-012A4DB8CBEF}" destId="{D62BC3C6-B055-4B01-AD07-6317E331EB4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76A1485-F6DE-4A93-87C3-7B73A15887E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E2856C-CD5C-4C83-94E2-0A684F5C58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RDBMS: rigid schema, support joins, strong consistency</a:t>
          </a:r>
        </a:p>
      </dgm:t>
    </dgm:pt>
    <dgm:pt modelId="{D2F7421A-4880-4245-88AC-AC80893AFE77}" type="parTrans" cxnId="{D240064A-2FC6-4B25-8D14-2CD6B0DBF959}">
      <dgm:prSet/>
      <dgm:spPr/>
      <dgm:t>
        <a:bodyPr/>
        <a:lstStyle/>
        <a:p>
          <a:endParaRPr lang="en-US"/>
        </a:p>
      </dgm:t>
    </dgm:pt>
    <dgm:pt modelId="{CCD72145-F06D-47B9-AD41-B51CD10A2BA6}" type="sibTrans" cxnId="{D240064A-2FC6-4B25-8D14-2CD6B0DBF959}">
      <dgm:prSet/>
      <dgm:spPr/>
      <dgm:t>
        <a:bodyPr/>
        <a:lstStyle/>
        <a:p>
          <a:endParaRPr lang="en-US"/>
        </a:p>
      </dgm:t>
    </dgm:pt>
    <dgm:pt modelId="{E628D40A-1BBF-4F84-ABDA-46E4FE2F46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Cassandra: flexible schema, no joins, tunable consistency</a:t>
          </a:r>
        </a:p>
      </dgm:t>
    </dgm:pt>
    <dgm:pt modelId="{D0E9BCC9-1F7E-4D72-8DD8-35E968257FC3}" type="parTrans" cxnId="{BBD1B62D-33CA-4FEF-AEEE-749B53B98818}">
      <dgm:prSet/>
      <dgm:spPr/>
      <dgm:t>
        <a:bodyPr/>
        <a:lstStyle/>
        <a:p>
          <a:endParaRPr lang="en-US"/>
        </a:p>
      </dgm:t>
    </dgm:pt>
    <dgm:pt modelId="{66B1018B-B249-4649-A015-B5AFD88A2011}" type="sibTrans" cxnId="{BBD1B62D-33CA-4FEF-AEEE-749B53B98818}">
      <dgm:prSet/>
      <dgm:spPr/>
      <dgm:t>
        <a:bodyPr/>
        <a:lstStyle/>
        <a:p>
          <a:endParaRPr lang="en-US"/>
        </a:p>
      </dgm:t>
    </dgm:pt>
    <dgm:pt modelId="{7D06D527-9B7A-43A4-A707-0416F5867F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RDBMS for analytical queries; Cassandra for operational workloads</a:t>
          </a:r>
        </a:p>
      </dgm:t>
    </dgm:pt>
    <dgm:pt modelId="{051278AE-6316-4CBF-AF6C-489236469F6D}" type="parTrans" cxnId="{C391B160-6D73-42FB-B71D-B3B8BE17A06A}">
      <dgm:prSet/>
      <dgm:spPr/>
      <dgm:t>
        <a:bodyPr/>
        <a:lstStyle/>
        <a:p>
          <a:endParaRPr lang="en-US"/>
        </a:p>
      </dgm:t>
    </dgm:pt>
    <dgm:pt modelId="{E59C1E72-B64A-4AE7-A50F-4DD78D9F7696}" type="sibTrans" cxnId="{C391B160-6D73-42FB-B71D-B3B8BE17A06A}">
      <dgm:prSet/>
      <dgm:spPr/>
      <dgm:t>
        <a:bodyPr/>
        <a:lstStyle/>
        <a:p>
          <a:endParaRPr lang="en-US"/>
        </a:p>
      </dgm:t>
    </dgm:pt>
    <dgm:pt modelId="{030E0907-7A69-495B-BD54-85FDACE0A41E}" type="pres">
      <dgm:prSet presAssocID="{D76A1485-F6DE-4A93-87C3-7B73A15887EB}" presName="root" presStyleCnt="0">
        <dgm:presLayoutVars>
          <dgm:dir/>
          <dgm:resizeHandles val="exact"/>
        </dgm:presLayoutVars>
      </dgm:prSet>
      <dgm:spPr/>
    </dgm:pt>
    <dgm:pt modelId="{BF6B5DC1-C79C-4B74-B6B8-F30567323B3F}" type="pres">
      <dgm:prSet presAssocID="{BCE2856C-CD5C-4C83-94E2-0A684F5C58DC}" presName="compNode" presStyleCnt="0"/>
      <dgm:spPr/>
    </dgm:pt>
    <dgm:pt modelId="{059CEDFD-9A73-46B6-B9AE-88BF2E55D1B6}" type="pres">
      <dgm:prSet presAssocID="{BCE2856C-CD5C-4C83-94E2-0A684F5C58D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A04986B-E78B-49A0-966A-03763C6DD245}" type="pres">
      <dgm:prSet presAssocID="{BCE2856C-CD5C-4C83-94E2-0A684F5C58DC}" presName="spaceRect" presStyleCnt="0"/>
      <dgm:spPr/>
    </dgm:pt>
    <dgm:pt modelId="{36D7669A-499B-4E4E-AB62-7C7EA59A7F67}" type="pres">
      <dgm:prSet presAssocID="{BCE2856C-CD5C-4C83-94E2-0A684F5C58DC}" presName="textRect" presStyleLbl="revTx" presStyleIdx="0" presStyleCnt="3">
        <dgm:presLayoutVars>
          <dgm:chMax val="1"/>
          <dgm:chPref val="1"/>
        </dgm:presLayoutVars>
      </dgm:prSet>
      <dgm:spPr/>
    </dgm:pt>
    <dgm:pt modelId="{2B30C963-4ABD-45B6-B898-2C18630EF604}" type="pres">
      <dgm:prSet presAssocID="{CCD72145-F06D-47B9-AD41-B51CD10A2BA6}" presName="sibTrans" presStyleCnt="0"/>
      <dgm:spPr/>
    </dgm:pt>
    <dgm:pt modelId="{098650FB-036E-4FE6-BC7E-1211468AF29E}" type="pres">
      <dgm:prSet presAssocID="{E628D40A-1BBF-4F84-ABDA-46E4FE2F4630}" presName="compNode" presStyleCnt="0"/>
      <dgm:spPr/>
    </dgm:pt>
    <dgm:pt modelId="{F412A0BD-FE34-4523-971D-90C732BA3CCC}" type="pres">
      <dgm:prSet presAssocID="{E628D40A-1BBF-4F84-ABDA-46E4FE2F463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hale"/>
        </a:ext>
      </dgm:extLst>
    </dgm:pt>
    <dgm:pt modelId="{65D6B5E9-6334-4320-A581-E673C47DDF53}" type="pres">
      <dgm:prSet presAssocID="{E628D40A-1BBF-4F84-ABDA-46E4FE2F4630}" presName="spaceRect" presStyleCnt="0"/>
      <dgm:spPr/>
    </dgm:pt>
    <dgm:pt modelId="{E5E9AAF3-F032-4513-BFCE-8D78E375893F}" type="pres">
      <dgm:prSet presAssocID="{E628D40A-1BBF-4F84-ABDA-46E4FE2F4630}" presName="textRect" presStyleLbl="revTx" presStyleIdx="1" presStyleCnt="3">
        <dgm:presLayoutVars>
          <dgm:chMax val="1"/>
          <dgm:chPref val="1"/>
        </dgm:presLayoutVars>
      </dgm:prSet>
      <dgm:spPr/>
    </dgm:pt>
    <dgm:pt modelId="{FC010F04-FBEB-498E-9553-88603FE2B561}" type="pres">
      <dgm:prSet presAssocID="{66B1018B-B249-4649-A015-B5AFD88A2011}" presName="sibTrans" presStyleCnt="0"/>
      <dgm:spPr/>
    </dgm:pt>
    <dgm:pt modelId="{835FC07B-55D5-43B3-AE02-52ADEF0493C7}" type="pres">
      <dgm:prSet presAssocID="{7D06D527-9B7A-43A4-A707-0416F5867F77}" presName="compNode" presStyleCnt="0"/>
      <dgm:spPr/>
    </dgm:pt>
    <dgm:pt modelId="{3FA6785E-0B4B-4259-B2D2-F6FF5AA1365B}" type="pres">
      <dgm:prSet presAssocID="{7D06D527-9B7A-43A4-A707-0416F5867F7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14D0A2D-7279-46B0-9E10-9CCED755B527}" type="pres">
      <dgm:prSet presAssocID="{7D06D527-9B7A-43A4-A707-0416F5867F77}" presName="spaceRect" presStyleCnt="0"/>
      <dgm:spPr/>
    </dgm:pt>
    <dgm:pt modelId="{A77D9B49-3E82-4598-B4E7-A05DC151B3DC}" type="pres">
      <dgm:prSet presAssocID="{7D06D527-9B7A-43A4-A707-0416F5867F7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BD1B62D-33CA-4FEF-AEEE-749B53B98818}" srcId="{D76A1485-F6DE-4A93-87C3-7B73A15887EB}" destId="{E628D40A-1BBF-4F84-ABDA-46E4FE2F4630}" srcOrd="1" destOrd="0" parTransId="{D0E9BCC9-1F7E-4D72-8DD8-35E968257FC3}" sibTransId="{66B1018B-B249-4649-A015-B5AFD88A2011}"/>
    <dgm:cxn modelId="{09228733-A056-4300-AAD6-08172120B547}" type="presOf" srcId="{7D06D527-9B7A-43A4-A707-0416F5867F77}" destId="{A77D9B49-3E82-4598-B4E7-A05DC151B3DC}" srcOrd="0" destOrd="0" presId="urn:microsoft.com/office/officeart/2018/2/layout/IconLabelList"/>
    <dgm:cxn modelId="{C391B160-6D73-42FB-B71D-B3B8BE17A06A}" srcId="{D76A1485-F6DE-4A93-87C3-7B73A15887EB}" destId="{7D06D527-9B7A-43A4-A707-0416F5867F77}" srcOrd="2" destOrd="0" parTransId="{051278AE-6316-4CBF-AF6C-489236469F6D}" sibTransId="{E59C1E72-B64A-4AE7-A50F-4DD78D9F7696}"/>
    <dgm:cxn modelId="{D240064A-2FC6-4B25-8D14-2CD6B0DBF959}" srcId="{D76A1485-F6DE-4A93-87C3-7B73A15887EB}" destId="{BCE2856C-CD5C-4C83-94E2-0A684F5C58DC}" srcOrd="0" destOrd="0" parTransId="{D2F7421A-4880-4245-88AC-AC80893AFE77}" sibTransId="{CCD72145-F06D-47B9-AD41-B51CD10A2BA6}"/>
    <dgm:cxn modelId="{188C8B88-91B5-4A6C-A210-C3209283B3A9}" type="presOf" srcId="{BCE2856C-CD5C-4C83-94E2-0A684F5C58DC}" destId="{36D7669A-499B-4E4E-AB62-7C7EA59A7F67}" srcOrd="0" destOrd="0" presId="urn:microsoft.com/office/officeart/2018/2/layout/IconLabelList"/>
    <dgm:cxn modelId="{880780D7-11D4-4AB2-9DC8-4981766FFB59}" type="presOf" srcId="{E628D40A-1BBF-4F84-ABDA-46E4FE2F4630}" destId="{E5E9AAF3-F032-4513-BFCE-8D78E375893F}" srcOrd="0" destOrd="0" presId="urn:microsoft.com/office/officeart/2018/2/layout/IconLabelList"/>
    <dgm:cxn modelId="{3AE798FA-FA4A-420C-BE01-2883E9AA185F}" type="presOf" srcId="{D76A1485-F6DE-4A93-87C3-7B73A15887EB}" destId="{030E0907-7A69-495B-BD54-85FDACE0A41E}" srcOrd="0" destOrd="0" presId="urn:microsoft.com/office/officeart/2018/2/layout/IconLabelList"/>
    <dgm:cxn modelId="{6F26942C-FA64-49E6-94AC-BF354CFAA4A1}" type="presParOf" srcId="{030E0907-7A69-495B-BD54-85FDACE0A41E}" destId="{BF6B5DC1-C79C-4B74-B6B8-F30567323B3F}" srcOrd="0" destOrd="0" presId="urn:microsoft.com/office/officeart/2018/2/layout/IconLabelList"/>
    <dgm:cxn modelId="{D72AA5FD-1FD3-4FCA-A88A-6627D2452878}" type="presParOf" srcId="{BF6B5DC1-C79C-4B74-B6B8-F30567323B3F}" destId="{059CEDFD-9A73-46B6-B9AE-88BF2E55D1B6}" srcOrd="0" destOrd="0" presId="urn:microsoft.com/office/officeart/2018/2/layout/IconLabelList"/>
    <dgm:cxn modelId="{1E339259-4F59-4C42-9D4B-91EB41CF5922}" type="presParOf" srcId="{BF6B5DC1-C79C-4B74-B6B8-F30567323B3F}" destId="{BA04986B-E78B-49A0-966A-03763C6DD245}" srcOrd="1" destOrd="0" presId="urn:microsoft.com/office/officeart/2018/2/layout/IconLabelList"/>
    <dgm:cxn modelId="{7EAA5855-3773-4860-B362-821ED3E42775}" type="presParOf" srcId="{BF6B5DC1-C79C-4B74-B6B8-F30567323B3F}" destId="{36D7669A-499B-4E4E-AB62-7C7EA59A7F67}" srcOrd="2" destOrd="0" presId="urn:microsoft.com/office/officeart/2018/2/layout/IconLabelList"/>
    <dgm:cxn modelId="{EC6A7CA0-6840-4E6D-92B0-42E227893EA8}" type="presParOf" srcId="{030E0907-7A69-495B-BD54-85FDACE0A41E}" destId="{2B30C963-4ABD-45B6-B898-2C18630EF604}" srcOrd="1" destOrd="0" presId="urn:microsoft.com/office/officeart/2018/2/layout/IconLabelList"/>
    <dgm:cxn modelId="{320F86DB-FEDB-4FD8-AC51-500768BC7CB3}" type="presParOf" srcId="{030E0907-7A69-495B-BD54-85FDACE0A41E}" destId="{098650FB-036E-4FE6-BC7E-1211468AF29E}" srcOrd="2" destOrd="0" presId="urn:microsoft.com/office/officeart/2018/2/layout/IconLabelList"/>
    <dgm:cxn modelId="{F3501502-6030-48A9-94C1-41585314EF1A}" type="presParOf" srcId="{098650FB-036E-4FE6-BC7E-1211468AF29E}" destId="{F412A0BD-FE34-4523-971D-90C732BA3CCC}" srcOrd="0" destOrd="0" presId="urn:microsoft.com/office/officeart/2018/2/layout/IconLabelList"/>
    <dgm:cxn modelId="{8482C096-E53E-43AC-963C-07192AD665F4}" type="presParOf" srcId="{098650FB-036E-4FE6-BC7E-1211468AF29E}" destId="{65D6B5E9-6334-4320-A581-E673C47DDF53}" srcOrd="1" destOrd="0" presId="urn:microsoft.com/office/officeart/2018/2/layout/IconLabelList"/>
    <dgm:cxn modelId="{DC2C5C80-93B9-4583-9E71-5A2E78A67726}" type="presParOf" srcId="{098650FB-036E-4FE6-BC7E-1211468AF29E}" destId="{E5E9AAF3-F032-4513-BFCE-8D78E375893F}" srcOrd="2" destOrd="0" presId="urn:microsoft.com/office/officeart/2018/2/layout/IconLabelList"/>
    <dgm:cxn modelId="{6CAAE21F-B83A-4C29-9978-30FC065FAEA2}" type="presParOf" srcId="{030E0907-7A69-495B-BD54-85FDACE0A41E}" destId="{FC010F04-FBEB-498E-9553-88603FE2B561}" srcOrd="3" destOrd="0" presId="urn:microsoft.com/office/officeart/2018/2/layout/IconLabelList"/>
    <dgm:cxn modelId="{F06253A2-6545-471A-875B-819F2EFB3A17}" type="presParOf" srcId="{030E0907-7A69-495B-BD54-85FDACE0A41E}" destId="{835FC07B-55D5-43B3-AE02-52ADEF0493C7}" srcOrd="4" destOrd="0" presId="urn:microsoft.com/office/officeart/2018/2/layout/IconLabelList"/>
    <dgm:cxn modelId="{529A8018-217D-4D95-8315-376DF6E09075}" type="presParOf" srcId="{835FC07B-55D5-43B3-AE02-52ADEF0493C7}" destId="{3FA6785E-0B4B-4259-B2D2-F6FF5AA1365B}" srcOrd="0" destOrd="0" presId="urn:microsoft.com/office/officeart/2018/2/layout/IconLabelList"/>
    <dgm:cxn modelId="{C6D09550-546D-4014-9DA3-18D639F37F8F}" type="presParOf" srcId="{835FC07B-55D5-43B3-AE02-52ADEF0493C7}" destId="{414D0A2D-7279-46B0-9E10-9CCED755B527}" srcOrd="1" destOrd="0" presId="urn:microsoft.com/office/officeart/2018/2/layout/IconLabelList"/>
    <dgm:cxn modelId="{555EE789-D159-4241-B21C-04E95E7CDFEE}" type="presParOf" srcId="{835FC07B-55D5-43B3-AE02-52ADEF0493C7}" destId="{A77D9B49-3E82-4598-B4E7-A05DC151B3D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784BDAD-FAA2-4EFF-BD30-DD1986E5B61F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F130F01-F22A-42CD-AE0D-DE652FBF1166}">
      <dgm:prSet/>
      <dgm:spPr/>
      <dgm:t>
        <a:bodyPr/>
        <a:lstStyle/>
        <a:p>
          <a:r>
            <a:rPr lang="en-US"/>
            <a:t>Resilient to node failures</a:t>
          </a:r>
        </a:p>
      </dgm:t>
    </dgm:pt>
    <dgm:pt modelId="{6AC23CD8-8ABF-4F0C-8112-ADD727CED44E}" type="parTrans" cxnId="{D4CF462C-73B7-498D-BB0E-0AF18DB5003E}">
      <dgm:prSet/>
      <dgm:spPr/>
      <dgm:t>
        <a:bodyPr/>
        <a:lstStyle/>
        <a:p>
          <a:endParaRPr lang="en-US"/>
        </a:p>
      </dgm:t>
    </dgm:pt>
    <dgm:pt modelId="{D0C22C2B-B547-4C7C-8F8C-CBB7A31A3516}" type="sibTrans" cxnId="{D4CF462C-73B7-498D-BB0E-0AF18DB5003E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D54D9F36-2674-4FFE-9D7A-B5341BF095F9}">
      <dgm:prSet/>
      <dgm:spPr/>
      <dgm:t>
        <a:bodyPr/>
        <a:lstStyle/>
        <a:p>
          <a:r>
            <a:rPr lang="en-US"/>
            <a:t>Built-in data replication</a:t>
          </a:r>
        </a:p>
      </dgm:t>
    </dgm:pt>
    <dgm:pt modelId="{A9C1717D-FA6A-40D2-A78F-AAE7A7850C17}" type="parTrans" cxnId="{9DE0A607-22D2-48D0-899A-245A5947BEE0}">
      <dgm:prSet/>
      <dgm:spPr/>
      <dgm:t>
        <a:bodyPr/>
        <a:lstStyle/>
        <a:p>
          <a:endParaRPr lang="en-US"/>
        </a:p>
      </dgm:t>
    </dgm:pt>
    <dgm:pt modelId="{84CF9DD2-5D1D-4DF3-80E1-1B1AD605B67B}" type="sibTrans" cxnId="{9DE0A607-22D2-48D0-899A-245A5947BEE0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7142AD81-EB88-44FD-B42C-0DBE6E2483CC}">
      <dgm:prSet/>
      <dgm:spPr/>
      <dgm:t>
        <a:bodyPr/>
        <a:lstStyle/>
        <a:p>
          <a:r>
            <a:rPr lang="en-US"/>
            <a:t>Load balancing among nodes</a:t>
          </a:r>
        </a:p>
      </dgm:t>
    </dgm:pt>
    <dgm:pt modelId="{EDA81561-BA36-4961-9D8D-25463A2D65B9}" type="parTrans" cxnId="{4E5F132F-D3AF-4E9C-AD78-C5C1A302DFFD}">
      <dgm:prSet/>
      <dgm:spPr/>
      <dgm:t>
        <a:bodyPr/>
        <a:lstStyle/>
        <a:p>
          <a:endParaRPr lang="en-US"/>
        </a:p>
      </dgm:t>
    </dgm:pt>
    <dgm:pt modelId="{965C2BE1-08C6-4DD6-B570-312FF2E479FF}" type="sibTrans" cxnId="{4E5F132F-D3AF-4E9C-AD78-C5C1A302DFFD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D7F1D857-642A-48E7-BA44-1264988C2E58}">
      <dgm:prSet/>
      <dgm:spPr/>
      <dgm:t>
        <a:bodyPr/>
        <a:lstStyle/>
        <a:p>
          <a:r>
            <a:rPr lang="en-US"/>
            <a:t>Designed for decentralized, large-scale systems</a:t>
          </a:r>
        </a:p>
      </dgm:t>
    </dgm:pt>
    <dgm:pt modelId="{5D91A2B4-AB58-46CB-977F-4908DECEB696}" type="parTrans" cxnId="{07A85146-1923-4B44-BBFA-440A4CBD68EF}">
      <dgm:prSet/>
      <dgm:spPr/>
      <dgm:t>
        <a:bodyPr/>
        <a:lstStyle/>
        <a:p>
          <a:endParaRPr lang="en-US"/>
        </a:p>
      </dgm:t>
    </dgm:pt>
    <dgm:pt modelId="{C063617C-972C-42D6-B540-919ED482A572}" type="sibTrans" cxnId="{07A85146-1923-4B44-BBFA-440A4CBD68EF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B0CF219F-5860-4FFD-8830-C09D71304C05}" type="pres">
      <dgm:prSet presAssocID="{9784BDAD-FAA2-4EFF-BD30-DD1986E5B61F}" presName="Name0" presStyleCnt="0">
        <dgm:presLayoutVars>
          <dgm:animLvl val="lvl"/>
          <dgm:resizeHandles val="exact"/>
        </dgm:presLayoutVars>
      </dgm:prSet>
      <dgm:spPr/>
    </dgm:pt>
    <dgm:pt modelId="{036C1516-B707-4095-9767-C329C67C58A3}" type="pres">
      <dgm:prSet presAssocID="{EF130F01-F22A-42CD-AE0D-DE652FBF1166}" presName="compositeNode" presStyleCnt="0">
        <dgm:presLayoutVars>
          <dgm:bulletEnabled val="1"/>
        </dgm:presLayoutVars>
      </dgm:prSet>
      <dgm:spPr/>
    </dgm:pt>
    <dgm:pt modelId="{2F261A08-DAE0-4D2F-8B62-99887C2C05CE}" type="pres">
      <dgm:prSet presAssocID="{EF130F01-F22A-42CD-AE0D-DE652FBF1166}" presName="bgRect" presStyleLbl="alignNode1" presStyleIdx="0" presStyleCnt="4"/>
      <dgm:spPr/>
    </dgm:pt>
    <dgm:pt modelId="{201D79F4-AD2A-4D3F-ADC6-3ED6576E33C2}" type="pres">
      <dgm:prSet presAssocID="{D0C22C2B-B547-4C7C-8F8C-CBB7A31A3516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1E52D2ED-35BB-4B25-81EC-F79C51B0B125}" type="pres">
      <dgm:prSet presAssocID="{EF130F01-F22A-42CD-AE0D-DE652FBF1166}" presName="nodeRect" presStyleLbl="alignNode1" presStyleIdx="0" presStyleCnt="4">
        <dgm:presLayoutVars>
          <dgm:bulletEnabled val="1"/>
        </dgm:presLayoutVars>
      </dgm:prSet>
      <dgm:spPr/>
    </dgm:pt>
    <dgm:pt modelId="{28FDCF18-1A3D-4AE2-98DF-F6CDC526BAD1}" type="pres">
      <dgm:prSet presAssocID="{D0C22C2B-B547-4C7C-8F8C-CBB7A31A3516}" presName="sibTrans" presStyleCnt="0"/>
      <dgm:spPr/>
    </dgm:pt>
    <dgm:pt modelId="{7DA13C55-E6A0-4840-B28D-8F962C015482}" type="pres">
      <dgm:prSet presAssocID="{D54D9F36-2674-4FFE-9D7A-B5341BF095F9}" presName="compositeNode" presStyleCnt="0">
        <dgm:presLayoutVars>
          <dgm:bulletEnabled val="1"/>
        </dgm:presLayoutVars>
      </dgm:prSet>
      <dgm:spPr/>
    </dgm:pt>
    <dgm:pt modelId="{FC9DD25E-9037-4893-8D6F-0D86B573D0E0}" type="pres">
      <dgm:prSet presAssocID="{D54D9F36-2674-4FFE-9D7A-B5341BF095F9}" presName="bgRect" presStyleLbl="alignNode1" presStyleIdx="1" presStyleCnt="4"/>
      <dgm:spPr/>
    </dgm:pt>
    <dgm:pt modelId="{C8043E3F-50DD-438C-A16E-54FAD6D75039}" type="pres">
      <dgm:prSet presAssocID="{84CF9DD2-5D1D-4DF3-80E1-1B1AD605B67B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0F8634A2-7F8F-4BAC-ADB3-713D5A80FE43}" type="pres">
      <dgm:prSet presAssocID="{D54D9F36-2674-4FFE-9D7A-B5341BF095F9}" presName="nodeRect" presStyleLbl="alignNode1" presStyleIdx="1" presStyleCnt="4">
        <dgm:presLayoutVars>
          <dgm:bulletEnabled val="1"/>
        </dgm:presLayoutVars>
      </dgm:prSet>
      <dgm:spPr/>
    </dgm:pt>
    <dgm:pt modelId="{04E4F1D5-AA9B-4CBE-9F4E-BC314D789006}" type="pres">
      <dgm:prSet presAssocID="{84CF9DD2-5D1D-4DF3-80E1-1B1AD605B67B}" presName="sibTrans" presStyleCnt="0"/>
      <dgm:spPr/>
    </dgm:pt>
    <dgm:pt modelId="{17BB5D9F-0A57-4A19-B5E2-3A50BAB3C5C4}" type="pres">
      <dgm:prSet presAssocID="{7142AD81-EB88-44FD-B42C-0DBE6E2483CC}" presName="compositeNode" presStyleCnt="0">
        <dgm:presLayoutVars>
          <dgm:bulletEnabled val="1"/>
        </dgm:presLayoutVars>
      </dgm:prSet>
      <dgm:spPr/>
    </dgm:pt>
    <dgm:pt modelId="{7B6355B2-70BB-479B-847F-37862ED23ADA}" type="pres">
      <dgm:prSet presAssocID="{7142AD81-EB88-44FD-B42C-0DBE6E2483CC}" presName="bgRect" presStyleLbl="alignNode1" presStyleIdx="2" presStyleCnt="4"/>
      <dgm:spPr/>
    </dgm:pt>
    <dgm:pt modelId="{86F02F90-9CBC-4BDE-BB57-43D3B7B92C18}" type="pres">
      <dgm:prSet presAssocID="{965C2BE1-08C6-4DD6-B570-312FF2E479FF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CE512895-1068-4016-9884-8F7BF755EA86}" type="pres">
      <dgm:prSet presAssocID="{7142AD81-EB88-44FD-B42C-0DBE6E2483CC}" presName="nodeRect" presStyleLbl="alignNode1" presStyleIdx="2" presStyleCnt="4">
        <dgm:presLayoutVars>
          <dgm:bulletEnabled val="1"/>
        </dgm:presLayoutVars>
      </dgm:prSet>
      <dgm:spPr/>
    </dgm:pt>
    <dgm:pt modelId="{80D42062-53B5-42C9-BA69-0CE8617F53D7}" type="pres">
      <dgm:prSet presAssocID="{965C2BE1-08C6-4DD6-B570-312FF2E479FF}" presName="sibTrans" presStyleCnt="0"/>
      <dgm:spPr/>
    </dgm:pt>
    <dgm:pt modelId="{9E408FBC-3C4D-4254-AD43-371BA5EB43BA}" type="pres">
      <dgm:prSet presAssocID="{D7F1D857-642A-48E7-BA44-1264988C2E58}" presName="compositeNode" presStyleCnt="0">
        <dgm:presLayoutVars>
          <dgm:bulletEnabled val="1"/>
        </dgm:presLayoutVars>
      </dgm:prSet>
      <dgm:spPr/>
    </dgm:pt>
    <dgm:pt modelId="{C5A553BB-CE5B-4688-82A2-738DE0FA8312}" type="pres">
      <dgm:prSet presAssocID="{D7F1D857-642A-48E7-BA44-1264988C2E58}" presName="bgRect" presStyleLbl="alignNode1" presStyleIdx="3" presStyleCnt="4"/>
      <dgm:spPr/>
    </dgm:pt>
    <dgm:pt modelId="{21DE1B8B-64DB-47F6-84C4-7C440F7331F4}" type="pres">
      <dgm:prSet presAssocID="{C063617C-972C-42D6-B540-919ED482A572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DD39D895-E6F7-478A-82D0-BA076376AA8D}" type="pres">
      <dgm:prSet presAssocID="{D7F1D857-642A-48E7-BA44-1264988C2E58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9DE0A607-22D2-48D0-899A-245A5947BEE0}" srcId="{9784BDAD-FAA2-4EFF-BD30-DD1986E5B61F}" destId="{D54D9F36-2674-4FFE-9D7A-B5341BF095F9}" srcOrd="1" destOrd="0" parTransId="{A9C1717D-FA6A-40D2-A78F-AAE7A7850C17}" sibTransId="{84CF9DD2-5D1D-4DF3-80E1-1B1AD605B67B}"/>
    <dgm:cxn modelId="{AF811C2B-61FE-4AFA-97B8-C35BE0AE0051}" type="presOf" srcId="{EF130F01-F22A-42CD-AE0D-DE652FBF1166}" destId="{1E52D2ED-35BB-4B25-81EC-F79C51B0B125}" srcOrd="1" destOrd="0" presId="urn:microsoft.com/office/officeart/2016/7/layout/LinearBlockProcessNumbered"/>
    <dgm:cxn modelId="{D4CF462C-73B7-498D-BB0E-0AF18DB5003E}" srcId="{9784BDAD-FAA2-4EFF-BD30-DD1986E5B61F}" destId="{EF130F01-F22A-42CD-AE0D-DE652FBF1166}" srcOrd="0" destOrd="0" parTransId="{6AC23CD8-8ABF-4F0C-8112-ADD727CED44E}" sibTransId="{D0C22C2B-B547-4C7C-8F8C-CBB7A31A3516}"/>
    <dgm:cxn modelId="{8ADB0D2D-5423-4A11-91B2-473F5E3D3ACE}" type="presOf" srcId="{7142AD81-EB88-44FD-B42C-0DBE6E2483CC}" destId="{7B6355B2-70BB-479B-847F-37862ED23ADA}" srcOrd="0" destOrd="0" presId="urn:microsoft.com/office/officeart/2016/7/layout/LinearBlockProcessNumbered"/>
    <dgm:cxn modelId="{4E5F132F-D3AF-4E9C-AD78-C5C1A302DFFD}" srcId="{9784BDAD-FAA2-4EFF-BD30-DD1986E5B61F}" destId="{7142AD81-EB88-44FD-B42C-0DBE6E2483CC}" srcOrd="2" destOrd="0" parTransId="{EDA81561-BA36-4961-9D8D-25463A2D65B9}" sibTransId="{965C2BE1-08C6-4DD6-B570-312FF2E479FF}"/>
    <dgm:cxn modelId="{61490A35-A0D8-4886-9D6E-78B675DE5827}" type="presOf" srcId="{84CF9DD2-5D1D-4DF3-80E1-1B1AD605B67B}" destId="{C8043E3F-50DD-438C-A16E-54FAD6D75039}" srcOrd="0" destOrd="0" presId="urn:microsoft.com/office/officeart/2016/7/layout/LinearBlockProcessNumbered"/>
    <dgm:cxn modelId="{02A52039-63C6-4F2D-9C7F-6B3C7F1E70AC}" type="presOf" srcId="{D0C22C2B-B547-4C7C-8F8C-CBB7A31A3516}" destId="{201D79F4-AD2A-4D3F-ADC6-3ED6576E33C2}" srcOrd="0" destOrd="0" presId="urn:microsoft.com/office/officeart/2016/7/layout/LinearBlockProcessNumbered"/>
    <dgm:cxn modelId="{BBF89C40-C6EA-430D-B480-4B2138CE57A7}" type="presOf" srcId="{D54D9F36-2674-4FFE-9D7A-B5341BF095F9}" destId="{0F8634A2-7F8F-4BAC-ADB3-713D5A80FE43}" srcOrd="1" destOrd="0" presId="urn:microsoft.com/office/officeart/2016/7/layout/LinearBlockProcessNumbered"/>
    <dgm:cxn modelId="{D084635C-1C4F-422C-BCCB-C24B99CED2B5}" type="presOf" srcId="{C063617C-972C-42D6-B540-919ED482A572}" destId="{21DE1B8B-64DB-47F6-84C4-7C440F7331F4}" srcOrd="0" destOrd="0" presId="urn:microsoft.com/office/officeart/2016/7/layout/LinearBlockProcessNumbered"/>
    <dgm:cxn modelId="{07A85146-1923-4B44-BBFA-440A4CBD68EF}" srcId="{9784BDAD-FAA2-4EFF-BD30-DD1986E5B61F}" destId="{D7F1D857-642A-48E7-BA44-1264988C2E58}" srcOrd="3" destOrd="0" parTransId="{5D91A2B4-AB58-46CB-977F-4908DECEB696}" sibTransId="{C063617C-972C-42D6-B540-919ED482A572}"/>
    <dgm:cxn modelId="{2B5D7C68-5A35-4F49-B14B-E2933452576D}" type="presOf" srcId="{D54D9F36-2674-4FFE-9D7A-B5341BF095F9}" destId="{FC9DD25E-9037-4893-8D6F-0D86B573D0E0}" srcOrd="0" destOrd="0" presId="urn:microsoft.com/office/officeart/2016/7/layout/LinearBlockProcessNumbered"/>
    <dgm:cxn modelId="{FF73084E-4BDE-47F6-AD09-A0506E4FE6CE}" type="presOf" srcId="{EF130F01-F22A-42CD-AE0D-DE652FBF1166}" destId="{2F261A08-DAE0-4D2F-8B62-99887C2C05CE}" srcOrd="0" destOrd="0" presId="urn:microsoft.com/office/officeart/2016/7/layout/LinearBlockProcessNumbered"/>
    <dgm:cxn modelId="{AFB4F94E-7D4A-4A0C-AD13-C43E282A8FB9}" type="presOf" srcId="{D7F1D857-642A-48E7-BA44-1264988C2E58}" destId="{C5A553BB-CE5B-4688-82A2-738DE0FA8312}" srcOrd="0" destOrd="0" presId="urn:microsoft.com/office/officeart/2016/7/layout/LinearBlockProcessNumbered"/>
    <dgm:cxn modelId="{2B764451-E4AE-4AC1-91E5-B73A12CF48C5}" type="presOf" srcId="{D7F1D857-642A-48E7-BA44-1264988C2E58}" destId="{DD39D895-E6F7-478A-82D0-BA076376AA8D}" srcOrd="1" destOrd="0" presId="urn:microsoft.com/office/officeart/2016/7/layout/LinearBlockProcessNumbered"/>
    <dgm:cxn modelId="{B6AFEB80-6032-4E2B-924F-AD2FE0C919D9}" type="presOf" srcId="{7142AD81-EB88-44FD-B42C-0DBE6E2483CC}" destId="{CE512895-1068-4016-9884-8F7BF755EA86}" srcOrd="1" destOrd="0" presId="urn:microsoft.com/office/officeart/2016/7/layout/LinearBlockProcessNumbered"/>
    <dgm:cxn modelId="{7146C4B8-FA4C-4E7A-89BD-153675E4D1D2}" type="presOf" srcId="{9784BDAD-FAA2-4EFF-BD30-DD1986E5B61F}" destId="{B0CF219F-5860-4FFD-8830-C09D71304C05}" srcOrd="0" destOrd="0" presId="urn:microsoft.com/office/officeart/2016/7/layout/LinearBlockProcessNumbered"/>
    <dgm:cxn modelId="{7696B2C9-B3E0-4FE7-9F75-D780707A4C7B}" type="presOf" srcId="{965C2BE1-08C6-4DD6-B570-312FF2E479FF}" destId="{86F02F90-9CBC-4BDE-BB57-43D3B7B92C18}" srcOrd="0" destOrd="0" presId="urn:microsoft.com/office/officeart/2016/7/layout/LinearBlockProcessNumbered"/>
    <dgm:cxn modelId="{8EC2A971-AD0D-49CD-B687-AF931C8601C7}" type="presParOf" srcId="{B0CF219F-5860-4FFD-8830-C09D71304C05}" destId="{036C1516-B707-4095-9767-C329C67C58A3}" srcOrd="0" destOrd="0" presId="urn:microsoft.com/office/officeart/2016/7/layout/LinearBlockProcessNumbered"/>
    <dgm:cxn modelId="{E1267C17-135F-4739-8AD1-71A4D58B4723}" type="presParOf" srcId="{036C1516-B707-4095-9767-C329C67C58A3}" destId="{2F261A08-DAE0-4D2F-8B62-99887C2C05CE}" srcOrd="0" destOrd="0" presId="urn:microsoft.com/office/officeart/2016/7/layout/LinearBlockProcessNumbered"/>
    <dgm:cxn modelId="{CE98CE69-E1D8-46C1-A690-E6936F877B64}" type="presParOf" srcId="{036C1516-B707-4095-9767-C329C67C58A3}" destId="{201D79F4-AD2A-4D3F-ADC6-3ED6576E33C2}" srcOrd="1" destOrd="0" presId="urn:microsoft.com/office/officeart/2016/7/layout/LinearBlockProcessNumbered"/>
    <dgm:cxn modelId="{7CB0B381-9B0D-4E2C-9C46-D28704AB3BAF}" type="presParOf" srcId="{036C1516-B707-4095-9767-C329C67C58A3}" destId="{1E52D2ED-35BB-4B25-81EC-F79C51B0B125}" srcOrd="2" destOrd="0" presId="urn:microsoft.com/office/officeart/2016/7/layout/LinearBlockProcessNumbered"/>
    <dgm:cxn modelId="{78FEE6E6-D235-49D2-A37A-693E3E45B09F}" type="presParOf" srcId="{B0CF219F-5860-4FFD-8830-C09D71304C05}" destId="{28FDCF18-1A3D-4AE2-98DF-F6CDC526BAD1}" srcOrd="1" destOrd="0" presId="urn:microsoft.com/office/officeart/2016/7/layout/LinearBlockProcessNumbered"/>
    <dgm:cxn modelId="{A1A0ECED-465F-420A-992E-A806DA3396B6}" type="presParOf" srcId="{B0CF219F-5860-4FFD-8830-C09D71304C05}" destId="{7DA13C55-E6A0-4840-B28D-8F962C015482}" srcOrd="2" destOrd="0" presId="urn:microsoft.com/office/officeart/2016/7/layout/LinearBlockProcessNumbered"/>
    <dgm:cxn modelId="{403DC40C-B713-4416-BF07-7364577ED22D}" type="presParOf" srcId="{7DA13C55-E6A0-4840-B28D-8F962C015482}" destId="{FC9DD25E-9037-4893-8D6F-0D86B573D0E0}" srcOrd="0" destOrd="0" presId="urn:microsoft.com/office/officeart/2016/7/layout/LinearBlockProcessNumbered"/>
    <dgm:cxn modelId="{CE457117-BEC7-4116-8EE5-F22554B9E08C}" type="presParOf" srcId="{7DA13C55-E6A0-4840-B28D-8F962C015482}" destId="{C8043E3F-50DD-438C-A16E-54FAD6D75039}" srcOrd="1" destOrd="0" presId="urn:microsoft.com/office/officeart/2016/7/layout/LinearBlockProcessNumbered"/>
    <dgm:cxn modelId="{C01C65D4-BA3B-4C28-ACE5-D34AFE6BB402}" type="presParOf" srcId="{7DA13C55-E6A0-4840-B28D-8F962C015482}" destId="{0F8634A2-7F8F-4BAC-ADB3-713D5A80FE43}" srcOrd="2" destOrd="0" presId="urn:microsoft.com/office/officeart/2016/7/layout/LinearBlockProcessNumbered"/>
    <dgm:cxn modelId="{5C9A8AD9-67DE-4A0F-A47E-58584ED726A9}" type="presParOf" srcId="{B0CF219F-5860-4FFD-8830-C09D71304C05}" destId="{04E4F1D5-AA9B-4CBE-9F4E-BC314D789006}" srcOrd="3" destOrd="0" presId="urn:microsoft.com/office/officeart/2016/7/layout/LinearBlockProcessNumbered"/>
    <dgm:cxn modelId="{F49DA00F-A379-416D-8993-4A4474773EA9}" type="presParOf" srcId="{B0CF219F-5860-4FFD-8830-C09D71304C05}" destId="{17BB5D9F-0A57-4A19-B5E2-3A50BAB3C5C4}" srcOrd="4" destOrd="0" presId="urn:microsoft.com/office/officeart/2016/7/layout/LinearBlockProcessNumbered"/>
    <dgm:cxn modelId="{771F47C0-0C0E-407A-8BE8-7E1BA41D3889}" type="presParOf" srcId="{17BB5D9F-0A57-4A19-B5E2-3A50BAB3C5C4}" destId="{7B6355B2-70BB-479B-847F-37862ED23ADA}" srcOrd="0" destOrd="0" presId="urn:microsoft.com/office/officeart/2016/7/layout/LinearBlockProcessNumbered"/>
    <dgm:cxn modelId="{0AC4C35D-BDC7-464A-9E72-A0734E0492A8}" type="presParOf" srcId="{17BB5D9F-0A57-4A19-B5E2-3A50BAB3C5C4}" destId="{86F02F90-9CBC-4BDE-BB57-43D3B7B92C18}" srcOrd="1" destOrd="0" presId="urn:microsoft.com/office/officeart/2016/7/layout/LinearBlockProcessNumbered"/>
    <dgm:cxn modelId="{46D9CEF2-32AA-4890-B2E0-924B77841BBF}" type="presParOf" srcId="{17BB5D9F-0A57-4A19-B5E2-3A50BAB3C5C4}" destId="{CE512895-1068-4016-9884-8F7BF755EA86}" srcOrd="2" destOrd="0" presId="urn:microsoft.com/office/officeart/2016/7/layout/LinearBlockProcessNumbered"/>
    <dgm:cxn modelId="{1E3C690D-08FF-452D-A868-1AD1EDF4D955}" type="presParOf" srcId="{B0CF219F-5860-4FFD-8830-C09D71304C05}" destId="{80D42062-53B5-42C9-BA69-0CE8617F53D7}" srcOrd="5" destOrd="0" presId="urn:microsoft.com/office/officeart/2016/7/layout/LinearBlockProcessNumbered"/>
    <dgm:cxn modelId="{77D9ABB8-8810-4F89-8AC9-85810D519CBA}" type="presParOf" srcId="{B0CF219F-5860-4FFD-8830-C09D71304C05}" destId="{9E408FBC-3C4D-4254-AD43-371BA5EB43BA}" srcOrd="6" destOrd="0" presId="urn:microsoft.com/office/officeart/2016/7/layout/LinearBlockProcessNumbered"/>
    <dgm:cxn modelId="{AAAA7E90-166A-456D-A8F8-5FE151B54304}" type="presParOf" srcId="{9E408FBC-3C4D-4254-AD43-371BA5EB43BA}" destId="{C5A553BB-CE5B-4688-82A2-738DE0FA8312}" srcOrd="0" destOrd="0" presId="urn:microsoft.com/office/officeart/2016/7/layout/LinearBlockProcessNumbered"/>
    <dgm:cxn modelId="{21856649-9373-4FD3-92D0-4B7C03181DB4}" type="presParOf" srcId="{9E408FBC-3C4D-4254-AD43-371BA5EB43BA}" destId="{21DE1B8B-64DB-47F6-84C4-7C440F7331F4}" srcOrd="1" destOrd="0" presId="urn:microsoft.com/office/officeart/2016/7/layout/LinearBlockProcessNumbered"/>
    <dgm:cxn modelId="{88549EBD-D1B6-409B-8F4F-AB6DBBA484A8}" type="presParOf" srcId="{9E408FBC-3C4D-4254-AD43-371BA5EB43BA}" destId="{DD39D895-E6F7-478A-82D0-BA076376AA8D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EEBFE05-CAD5-4458-ACA8-9A3B6A1BBB4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0471CA0-E09E-453A-8F3F-484E6F698DA7}">
      <dgm:prSet/>
      <dgm:spPr/>
      <dgm:t>
        <a:bodyPr/>
        <a:lstStyle/>
        <a:p>
          <a:r>
            <a:rPr lang="en-US"/>
            <a:t>Cassandra is a powerful NoSQL database for distributed systems</a:t>
          </a:r>
        </a:p>
      </dgm:t>
    </dgm:pt>
    <dgm:pt modelId="{F6D29C8C-76AE-4E3D-9F86-541DA228D281}" type="parTrans" cxnId="{F55CFA1C-5EA9-472B-B0B5-E6D8B4D944F0}">
      <dgm:prSet/>
      <dgm:spPr/>
      <dgm:t>
        <a:bodyPr/>
        <a:lstStyle/>
        <a:p>
          <a:endParaRPr lang="en-US"/>
        </a:p>
      </dgm:t>
    </dgm:pt>
    <dgm:pt modelId="{190DEC78-513F-4FF5-917D-23C9EC0AD202}" type="sibTrans" cxnId="{F55CFA1C-5EA9-472B-B0B5-E6D8B4D944F0}">
      <dgm:prSet/>
      <dgm:spPr/>
      <dgm:t>
        <a:bodyPr/>
        <a:lstStyle/>
        <a:p>
          <a:endParaRPr lang="en-US"/>
        </a:p>
      </dgm:t>
    </dgm:pt>
    <dgm:pt modelId="{D18F2433-7360-490C-8A35-CA5BE5F950B3}">
      <dgm:prSet/>
      <dgm:spPr/>
      <dgm:t>
        <a:bodyPr/>
        <a:lstStyle/>
        <a:p>
          <a:r>
            <a:rPr lang="en-US"/>
            <a:t>Key benefits: scalability, availability, fault-tolerance</a:t>
          </a:r>
        </a:p>
      </dgm:t>
    </dgm:pt>
    <dgm:pt modelId="{9DBFDF8F-7317-4758-AACB-61A6217FD5EF}" type="parTrans" cxnId="{407F1ED7-D956-4DBF-B962-D5700F1926F8}">
      <dgm:prSet/>
      <dgm:spPr/>
      <dgm:t>
        <a:bodyPr/>
        <a:lstStyle/>
        <a:p>
          <a:endParaRPr lang="en-US"/>
        </a:p>
      </dgm:t>
    </dgm:pt>
    <dgm:pt modelId="{C83E363A-855D-485A-B4B9-D60F3CC97D05}" type="sibTrans" cxnId="{407F1ED7-D956-4DBF-B962-D5700F1926F8}">
      <dgm:prSet/>
      <dgm:spPr/>
      <dgm:t>
        <a:bodyPr/>
        <a:lstStyle/>
        <a:p>
          <a:endParaRPr lang="en-US"/>
        </a:p>
      </dgm:t>
    </dgm:pt>
    <dgm:pt modelId="{5EDDED82-2812-43A7-B8F7-E7F5315DD0E2}">
      <dgm:prSet/>
      <dgm:spPr/>
      <dgm:t>
        <a:bodyPr/>
        <a:lstStyle/>
        <a:p>
          <a:r>
            <a:rPr lang="en-US"/>
            <a:t>Suitable for high-write, always-on, globally distributed applications</a:t>
          </a:r>
        </a:p>
      </dgm:t>
    </dgm:pt>
    <dgm:pt modelId="{8A307164-C4A8-4BA7-88AA-4DD2DF5E6C45}" type="parTrans" cxnId="{5A716542-FE98-4C2C-9E57-4222C8BDEF28}">
      <dgm:prSet/>
      <dgm:spPr/>
      <dgm:t>
        <a:bodyPr/>
        <a:lstStyle/>
        <a:p>
          <a:endParaRPr lang="en-US"/>
        </a:p>
      </dgm:t>
    </dgm:pt>
    <dgm:pt modelId="{867E730A-998A-4DC8-B67D-B14BD9AA2896}" type="sibTrans" cxnId="{5A716542-FE98-4C2C-9E57-4222C8BDEF28}">
      <dgm:prSet/>
      <dgm:spPr/>
      <dgm:t>
        <a:bodyPr/>
        <a:lstStyle/>
        <a:p>
          <a:endParaRPr lang="en-US"/>
        </a:p>
      </dgm:t>
    </dgm:pt>
    <dgm:pt modelId="{531483C7-297B-4318-9E87-D144258E156A}">
      <dgm:prSet/>
      <dgm:spPr/>
      <dgm:t>
        <a:bodyPr/>
        <a:lstStyle/>
        <a:p>
          <a:r>
            <a:rPr lang="en-US"/>
            <a:t>Now, let’s move on to the hands-on part of the presentation…</a:t>
          </a:r>
        </a:p>
      </dgm:t>
    </dgm:pt>
    <dgm:pt modelId="{E3E24B68-D2F5-43AC-BAF3-33BE338070DE}" type="parTrans" cxnId="{D9650F53-C2E5-4F23-88A7-92ECC1292C1A}">
      <dgm:prSet/>
      <dgm:spPr/>
      <dgm:t>
        <a:bodyPr/>
        <a:lstStyle/>
        <a:p>
          <a:endParaRPr lang="en-US"/>
        </a:p>
      </dgm:t>
    </dgm:pt>
    <dgm:pt modelId="{0D1A9E85-8B50-43A5-943A-B47D59E9092A}" type="sibTrans" cxnId="{D9650F53-C2E5-4F23-88A7-92ECC1292C1A}">
      <dgm:prSet/>
      <dgm:spPr/>
      <dgm:t>
        <a:bodyPr/>
        <a:lstStyle/>
        <a:p>
          <a:endParaRPr lang="en-US"/>
        </a:p>
      </dgm:t>
    </dgm:pt>
    <dgm:pt modelId="{F8E585E6-060B-4585-A76D-09F24FED2A40}" type="pres">
      <dgm:prSet presAssocID="{0EEBFE05-CAD5-4458-ACA8-9A3B6A1BBB4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87FB4A-9ABA-4CBB-BE07-744FDDD48D4E}" type="pres">
      <dgm:prSet presAssocID="{00471CA0-E09E-453A-8F3F-484E6F698DA7}" presName="hierRoot1" presStyleCnt="0"/>
      <dgm:spPr/>
    </dgm:pt>
    <dgm:pt modelId="{9D4A89C7-A867-4177-AEE6-7FEA23C2F053}" type="pres">
      <dgm:prSet presAssocID="{00471CA0-E09E-453A-8F3F-484E6F698DA7}" presName="composite" presStyleCnt="0"/>
      <dgm:spPr/>
    </dgm:pt>
    <dgm:pt modelId="{D17CA73F-3778-4FD3-A060-CD6E9D592E24}" type="pres">
      <dgm:prSet presAssocID="{00471CA0-E09E-453A-8F3F-484E6F698DA7}" presName="background" presStyleLbl="node0" presStyleIdx="0" presStyleCnt="4"/>
      <dgm:spPr/>
    </dgm:pt>
    <dgm:pt modelId="{9FB27E70-BA7D-4EF2-B66A-CA4ECD5F69C9}" type="pres">
      <dgm:prSet presAssocID="{00471CA0-E09E-453A-8F3F-484E6F698DA7}" presName="text" presStyleLbl="fgAcc0" presStyleIdx="0" presStyleCnt="4">
        <dgm:presLayoutVars>
          <dgm:chPref val="3"/>
        </dgm:presLayoutVars>
      </dgm:prSet>
      <dgm:spPr/>
    </dgm:pt>
    <dgm:pt modelId="{7889CB8D-DC86-4C65-B53A-24E6568AA3B8}" type="pres">
      <dgm:prSet presAssocID="{00471CA0-E09E-453A-8F3F-484E6F698DA7}" presName="hierChild2" presStyleCnt="0"/>
      <dgm:spPr/>
    </dgm:pt>
    <dgm:pt modelId="{636FF1AB-AFEF-4685-AA00-2A31B5CF9878}" type="pres">
      <dgm:prSet presAssocID="{D18F2433-7360-490C-8A35-CA5BE5F950B3}" presName="hierRoot1" presStyleCnt="0"/>
      <dgm:spPr/>
    </dgm:pt>
    <dgm:pt modelId="{7756CCA2-4704-41F7-8C8E-638292FF8FF6}" type="pres">
      <dgm:prSet presAssocID="{D18F2433-7360-490C-8A35-CA5BE5F950B3}" presName="composite" presStyleCnt="0"/>
      <dgm:spPr/>
    </dgm:pt>
    <dgm:pt modelId="{605BEA41-7536-4AA6-B560-030E4C1C0196}" type="pres">
      <dgm:prSet presAssocID="{D18F2433-7360-490C-8A35-CA5BE5F950B3}" presName="background" presStyleLbl="node0" presStyleIdx="1" presStyleCnt="4"/>
      <dgm:spPr/>
    </dgm:pt>
    <dgm:pt modelId="{0527008D-714F-4228-945B-A38BE8EE91FF}" type="pres">
      <dgm:prSet presAssocID="{D18F2433-7360-490C-8A35-CA5BE5F950B3}" presName="text" presStyleLbl="fgAcc0" presStyleIdx="1" presStyleCnt="4">
        <dgm:presLayoutVars>
          <dgm:chPref val="3"/>
        </dgm:presLayoutVars>
      </dgm:prSet>
      <dgm:spPr/>
    </dgm:pt>
    <dgm:pt modelId="{FE158741-29D1-47F6-9845-5855D5B5F47D}" type="pres">
      <dgm:prSet presAssocID="{D18F2433-7360-490C-8A35-CA5BE5F950B3}" presName="hierChild2" presStyleCnt="0"/>
      <dgm:spPr/>
    </dgm:pt>
    <dgm:pt modelId="{66CD6FD6-1185-4362-9A67-F34E3363F053}" type="pres">
      <dgm:prSet presAssocID="{5EDDED82-2812-43A7-B8F7-E7F5315DD0E2}" presName="hierRoot1" presStyleCnt="0"/>
      <dgm:spPr/>
    </dgm:pt>
    <dgm:pt modelId="{524638D2-EE02-456A-89DE-1C9A00FC8AFC}" type="pres">
      <dgm:prSet presAssocID="{5EDDED82-2812-43A7-B8F7-E7F5315DD0E2}" presName="composite" presStyleCnt="0"/>
      <dgm:spPr/>
    </dgm:pt>
    <dgm:pt modelId="{756E2C3C-0E94-478A-9BE7-40F4EC31CD3D}" type="pres">
      <dgm:prSet presAssocID="{5EDDED82-2812-43A7-B8F7-E7F5315DD0E2}" presName="background" presStyleLbl="node0" presStyleIdx="2" presStyleCnt="4"/>
      <dgm:spPr/>
    </dgm:pt>
    <dgm:pt modelId="{E16A2D79-71AF-4F05-8E55-33FB1AA5B06A}" type="pres">
      <dgm:prSet presAssocID="{5EDDED82-2812-43A7-B8F7-E7F5315DD0E2}" presName="text" presStyleLbl="fgAcc0" presStyleIdx="2" presStyleCnt="4">
        <dgm:presLayoutVars>
          <dgm:chPref val="3"/>
        </dgm:presLayoutVars>
      </dgm:prSet>
      <dgm:spPr/>
    </dgm:pt>
    <dgm:pt modelId="{A41A611D-D29F-4E40-8FE9-4E4EF8F7E420}" type="pres">
      <dgm:prSet presAssocID="{5EDDED82-2812-43A7-B8F7-E7F5315DD0E2}" presName="hierChild2" presStyleCnt="0"/>
      <dgm:spPr/>
    </dgm:pt>
    <dgm:pt modelId="{6ADD9526-B301-411B-85E9-EFAC0BEA402D}" type="pres">
      <dgm:prSet presAssocID="{531483C7-297B-4318-9E87-D144258E156A}" presName="hierRoot1" presStyleCnt="0"/>
      <dgm:spPr/>
    </dgm:pt>
    <dgm:pt modelId="{536CEAFC-A80B-4EBA-BF46-5E076FEFC67F}" type="pres">
      <dgm:prSet presAssocID="{531483C7-297B-4318-9E87-D144258E156A}" presName="composite" presStyleCnt="0"/>
      <dgm:spPr/>
    </dgm:pt>
    <dgm:pt modelId="{97778B39-65EE-427E-9CE3-22A2313A5FA1}" type="pres">
      <dgm:prSet presAssocID="{531483C7-297B-4318-9E87-D144258E156A}" presName="background" presStyleLbl="node0" presStyleIdx="3" presStyleCnt="4"/>
      <dgm:spPr/>
    </dgm:pt>
    <dgm:pt modelId="{4B3AF045-3433-48EE-975B-FB5BC2903495}" type="pres">
      <dgm:prSet presAssocID="{531483C7-297B-4318-9E87-D144258E156A}" presName="text" presStyleLbl="fgAcc0" presStyleIdx="3" presStyleCnt="4">
        <dgm:presLayoutVars>
          <dgm:chPref val="3"/>
        </dgm:presLayoutVars>
      </dgm:prSet>
      <dgm:spPr/>
    </dgm:pt>
    <dgm:pt modelId="{E2446ABA-3E22-4F82-B1A0-4BDC5CB1CC06}" type="pres">
      <dgm:prSet presAssocID="{531483C7-297B-4318-9E87-D144258E156A}" presName="hierChild2" presStyleCnt="0"/>
      <dgm:spPr/>
    </dgm:pt>
  </dgm:ptLst>
  <dgm:cxnLst>
    <dgm:cxn modelId="{D5A66205-81AC-4CAE-98FA-666D0016BFEF}" type="presOf" srcId="{00471CA0-E09E-453A-8F3F-484E6F698DA7}" destId="{9FB27E70-BA7D-4EF2-B66A-CA4ECD5F69C9}" srcOrd="0" destOrd="0" presId="urn:microsoft.com/office/officeart/2005/8/layout/hierarchy1"/>
    <dgm:cxn modelId="{F55CFA1C-5EA9-472B-B0B5-E6D8B4D944F0}" srcId="{0EEBFE05-CAD5-4458-ACA8-9A3B6A1BBB40}" destId="{00471CA0-E09E-453A-8F3F-484E6F698DA7}" srcOrd="0" destOrd="0" parTransId="{F6D29C8C-76AE-4E3D-9F86-541DA228D281}" sibTransId="{190DEC78-513F-4FF5-917D-23C9EC0AD202}"/>
    <dgm:cxn modelId="{5A716542-FE98-4C2C-9E57-4222C8BDEF28}" srcId="{0EEBFE05-CAD5-4458-ACA8-9A3B6A1BBB40}" destId="{5EDDED82-2812-43A7-B8F7-E7F5315DD0E2}" srcOrd="2" destOrd="0" parTransId="{8A307164-C4A8-4BA7-88AA-4DD2DF5E6C45}" sibTransId="{867E730A-998A-4DC8-B67D-B14BD9AA2896}"/>
    <dgm:cxn modelId="{3F8E9E46-E04F-492D-A9DF-8EE5ED1D137D}" type="presOf" srcId="{531483C7-297B-4318-9E87-D144258E156A}" destId="{4B3AF045-3433-48EE-975B-FB5BC2903495}" srcOrd="0" destOrd="0" presId="urn:microsoft.com/office/officeart/2005/8/layout/hierarchy1"/>
    <dgm:cxn modelId="{D9650F53-C2E5-4F23-88A7-92ECC1292C1A}" srcId="{0EEBFE05-CAD5-4458-ACA8-9A3B6A1BBB40}" destId="{531483C7-297B-4318-9E87-D144258E156A}" srcOrd="3" destOrd="0" parTransId="{E3E24B68-D2F5-43AC-BAF3-33BE338070DE}" sibTransId="{0D1A9E85-8B50-43A5-943A-B47D59E9092A}"/>
    <dgm:cxn modelId="{D6E32DC1-C412-4EA6-BB60-604A20869139}" type="presOf" srcId="{0EEBFE05-CAD5-4458-ACA8-9A3B6A1BBB40}" destId="{F8E585E6-060B-4585-A76D-09F24FED2A40}" srcOrd="0" destOrd="0" presId="urn:microsoft.com/office/officeart/2005/8/layout/hierarchy1"/>
    <dgm:cxn modelId="{407F1ED7-D956-4DBF-B962-D5700F1926F8}" srcId="{0EEBFE05-CAD5-4458-ACA8-9A3B6A1BBB40}" destId="{D18F2433-7360-490C-8A35-CA5BE5F950B3}" srcOrd="1" destOrd="0" parTransId="{9DBFDF8F-7317-4758-AACB-61A6217FD5EF}" sibTransId="{C83E363A-855D-485A-B4B9-D60F3CC97D05}"/>
    <dgm:cxn modelId="{19F96CFC-268E-406E-AB89-6DD1A2E03084}" type="presOf" srcId="{5EDDED82-2812-43A7-B8F7-E7F5315DD0E2}" destId="{E16A2D79-71AF-4F05-8E55-33FB1AA5B06A}" srcOrd="0" destOrd="0" presId="urn:microsoft.com/office/officeart/2005/8/layout/hierarchy1"/>
    <dgm:cxn modelId="{BEFCE1FE-9E0E-405F-88E6-E34D1C1A669F}" type="presOf" srcId="{D18F2433-7360-490C-8A35-CA5BE5F950B3}" destId="{0527008D-714F-4228-945B-A38BE8EE91FF}" srcOrd="0" destOrd="0" presId="urn:microsoft.com/office/officeart/2005/8/layout/hierarchy1"/>
    <dgm:cxn modelId="{7A98267B-CD47-43C3-BD1D-4CD4D6B97E99}" type="presParOf" srcId="{F8E585E6-060B-4585-A76D-09F24FED2A40}" destId="{A987FB4A-9ABA-4CBB-BE07-744FDDD48D4E}" srcOrd="0" destOrd="0" presId="urn:microsoft.com/office/officeart/2005/8/layout/hierarchy1"/>
    <dgm:cxn modelId="{1B38CAE0-72D0-4469-8192-F467F7989593}" type="presParOf" srcId="{A987FB4A-9ABA-4CBB-BE07-744FDDD48D4E}" destId="{9D4A89C7-A867-4177-AEE6-7FEA23C2F053}" srcOrd="0" destOrd="0" presId="urn:microsoft.com/office/officeart/2005/8/layout/hierarchy1"/>
    <dgm:cxn modelId="{B4D2D8BC-0EAA-46E9-B24F-F8F811CF2820}" type="presParOf" srcId="{9D4A89C7-A867-4177-AEE6-7FEA23C2F053}" destId="{D17CA73F-3778-4FD3-A060-CD6E9D592E24}" srcOrd="0" destOrd="0" presId="urn:microsoft.com/office/officeart/2005/8/layout/hierarchy1"/>
    <dgm:cxn modelId="{5A2F3526-D6B6-405A-9EC3-A15B333C4850}" type="presParOf" srcId="{9D4A89C7-A867-4177-AEE6-7FEA23C2F053}" destId="{9FB27E70-BA7D-4EF2-B66A-CA4ECD5F69C9}" srcOrd="1" destOrd="0" presId="urn:microsoft.com/office/officeart/2005/8/layout/hierarchy1"/>
    <dgm:cxn modelId="{73CE196C-95FE-4CDC-A968-2E85DC5F4887}" type="presParOf" srcId="{A987FB4A-9ABA-4CBB-BE07-744FDDD48D4E}" destId="{7889CB8D-DC86-4C65-B53A-24E6568AA3B8}" srcOrd="1" destOrd="0" presId="urn:microsoft.com/office/officeart/2005/8/layout/hierarchy1"/>
    <dgm:cxn modelId="{391B57F2-16D4-459B-827E-F0B4784B926E}" type="presParOf" srcId="{F8E585E6-060B-4585-A76D-09F24FED2A40}" destId="{636FF1AB-AFEF-4685-AA00-2A31B5CF9878}" srcOrd="1" destOrd="0" presId="urn:microsoft.com/office/officeart/2005/8/layout/hierarchy1"/>
    <dgm:cxn modelId="{A291998A-78B0-49F9-A633-EBDC6ABF9701}" type="presParOf" srcId="{636FF1AB-AFEF-4685-AA00-2A31B5CF9878}" destId="{7756CCA2-4704-41F7-8C8E-638292FF8FF6}" srcOrd="0" destOrd="0" presId="urn:microsoft.com/office/officeart/2005/8/layout/hierarchy1"/>
    <dgm:cxn modelId="{BE7D8554-EB48-47CC-BA76-7E56C70B5758}" type="presParOf" srcId="{7756CCA2-4704-41F7-8C8E-638292FF8FF6}" destId="{605BEA41-7536-4AA6-B560-030E4C1C0196}" srcOrd="0" destOrd="0" presId="urn:microsoft.com/office/officeart/2005/8/layout/hierarchy1"/>
    <dgm:cxn modelId="{0C5E9731-47F7-48EE-A0FB-1099D0D907E1}" type="presParOf" srcId="{7756CCA2-4704-41F7-8C8E-638292FF8FF6}" destId="{0527008D-714F-4228-945B-A38BE8EE91FF}" srcOrd="1" destOrd="0" presId="urn:microsoft.com/office/officeart/2005/8/layout/hierarchy1"/>
    <dgm:cxn modelId="{D048199A-BC0E-4642-9F62-108B368A7E2A}" type="presParOf" srcId="{636FF1AB-AFEF-4685-AA00-2A31B5CF9878}" destId="{FE158741-29D1-47F6-9845-5855D5B5F47D}" srcOrd="1" destOrd="0" presId="urn:microsoft.com/office/officeart/2005/8/layout/hierarchy1"/>
    <dgm:cxn modelId="{8ADECDC4-7483-4188-BC69-B80439945595}" type="presParOf" srcId="{F8E585E6-060B-4585-A76D-09F24FED2A40}" destId="{66CD6FD6-1185-4362-9A67-F34E3363F053}" srcOrd="2" destOrd="0" presId="urn:microsoft.com/office/officeart/2005/8/layout/hierarchy1"/>
    <dgm:cxn modelId="{46FB5C4F-76BE-4A28-977C-5CA716993ED1}" type="presParOf" srcId="{66CD6FD6-1185-4362-9A67-F34E3363F053}" destId="{524638D2-EE02-456A-89DE-1C9A00FC8AFC}" srcOrd="0" destOrd="0" presId="urn:microsoft.com/office/officeart/2005/8/layout/hierarchy1"/>
    <dgm:cxn modelId="{6437BDD6-270E-41A8-BAFB-05EB29CC7C3B}" type="presParOf" srcId="{524638D2-EE02-456A-89DE-1C9A00FC8AFC}" destId="{756E2C3C-0E94-478A-9BE7-40F4EC31CD3D}" srcOrd="0" destOrd="0" presId="urn:microsoft.com/office/officeart/2005/8/layout/hierarchy1"/>
    <dgm:cxn modelId="{423A50A3-EF05-47AF-906F-E4B39444B661}" type="presParOf" srcId="{524638D2-EE02-456A-89DE-1C9A00FC8AFC}" destId="{E16A2D79-71AF-4F05-8E55-33FB1AA5B06A}" srcOrd="1" destOrd="0" presId="urn:microsoft.com/office/officeart/2005/8/layout/hierarchy1"/>
    <dgm:cxn modelId="{BC356DC6-D128-4370-B7E6-9FC1B540779F}" type="presParOf" srcId="{66CD6FD6-1185-4362-9A67-F34E3363F053}" destId="{A41A611D-D29F-4E40-8FE9-4E4EF8F7E420}" srcOrd="1" destOrd="0" presId="urn:microsoft.com/office/officeart/2005/8/layout/hierarchy1"/>
    <dgm:cxn modelId="{13232979-7CDB-4B53-8C2F-D5E83C53C31F}" type="presParOf" srcId="{F8E585E6-060B-4585-A76D-09F24FED2A40}" destId="{6ADD9526-B301-411B-85E9-EFAC0BEA402D}" srcOrd="3" destOrd="0" presId="urn:microsoft.com/office/officeart/2005/8/layout/hierarchy1"/>
    <dgm:cxn modelId="{B8B9FE27-372A-4152-B572-D9DF080B934F}" type="presParOf" srcId="{6ADD9526-B301-411B-85E9-EFAC0BEA402D}" destId="{536CEAFC-A80B-4EBA-BF46-5E076FEFC67F}" srcOrd="0" destOrd="0" presId="urn:microsoft.com/office/officeart/2005/8/layout/hierarchy1"/>
    <dgm:cxn modelId="{21BBE050-18AB-4832-A4CD-720C629EB85D}" type="presParOf" srcId="{536CEAFC-A80B-4EBA-BF46-5E076FEFC67F}" destId="{97778B39-65EE-427E-9CE3-22A2313A5FA1}" srcOrd="0" destOrd="0" presId="urn:microsoft.com/office/officeart/2005/8/layout/hierarchy1"/>
    <dgm:cxn modelId="{0BF833DD-211D-4579-8823-751A6F68ABFA}" type="presParOf" srcId="{536CEAFC-A80B-4EBA-BF46-5E076FEFC67F}" destId="{4B3AF045-3433-48EE-975B-FB5BC2903495}" srcOrd="1" destOrd="0" presId="urn:microsoft.com/office/officeart/2005/8/layout/hierarchy1"/>
    <dgm:cxn modelId="{E7AA369A-5AFA-4B8D-84F9-0D066DC6333B}" type="presParOf" srcId="{6ADD9526-B301-411B-85E9-EFAC0BEA402D}" destId="{E2446ABA-3E22-4F82-B1A0-4BDC5CB1CC0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CCEB14-76CC-4443-A5FE-4F18D0164E82}">
      <dsp:nvSpPr>
        <dsp:cNvPr id="0" name=""/>
        <dsp:cNvSpPr/>
      </dsp:nvSpPr>
      <dsp:spPr>
        <a:xfrm>
          <a:off x="275965" y="182871"/>
          <a:ext cx="1368756" cy="136875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8481DC-1AA7-42C2-B19E-A8E862EC820E}">
      <dsp:nvSpPr>
        <dsp:cNvPr id="0" name=""/>
        <dsp:cNvSpPr/>
      </dsp:nvSpPr>
      <dsp:spPr>
        <a:xfrm>
          <a:off x="563404" y="470310"/>
          <a:ext cx="793878" cy="7938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633D9-EEF9-4218-B7A2-65841F1C5CC1}">
      <dsp:nvSpPr>
        <dsp:cNvPr id="0" name=""/>
        <dsp:cNvSpPr/>
      </dsp:nvSpPr>
      <dsp:spPr>
        <a:xfrm>
          <a:off x="1938026" y="182871"/>
          <a:ext cx="3226354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 rise of Big Data and the need for new types of databases</a:t>
          </a:r>
        </a:p>
      </dsp:txBody>
      <dsp:txXfrm>
        <a:off x="1938026" y="182871"/>
        <a:ext cx="3226354" cy="1368756"/>
      </dsp:txXfrm>
    </dsp:sp>
    <dsp:sp modelId="{4CE48C0C-09BC-4564-9D62-92BBBF362FC8}">
      <dsp:nvSpPr>
        <dsp:cNvPr id="0" name=""/>
        <dsp:cNvSpPr/>
      </dsp:nvSpPr>
      <dsp:spPr>
        <a:xfrm>
          <a:off x="5726548" y="182871"/>
          <a:ext cx="1368756" cy="136875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C5D58B-0D3A-4001-9CE9-CFF4FDE69FE9}">
      <dsp:nvSpPr>
        <dsp:cNvPr id="0" name=""/>
        <dsp:cNvSpPr/>
      </dsp:nvSpPr>
      <dsp:spPr>
        <a:xfrm>
          <a:off x="6013987" y="470310"/>
          <a:ext cx="793878" cy="7938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086F04-CBA8-4B98-9879-55C38BAEAC18}">
      <dsp:nvSpPr>
        <dsp:cNvPr id="0" name=""/>
        <dsp:cNvSpPr/>
      </dsp:nvSpPr>
      <dsp:spPr>
        <a:xfrm>
          <a:off x="7388609" y="182871"/>
          <a:ext cx="3226354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Difference between SQL and NoSQL databases</a:t>
          </a:r>
        </a:p>
      </dsp:txBody>
      <dsp:txXfrm>
        <a:off x="7388609" y="182871"/>
        <a:ext cx="3226354" cy="1368756"/>
      </dsp:txXfrm>
    </dsp:sp>
    <dsp:sp modelId="{75C74B3E-70A3-4B61-9D0D-85002200CA04}">
      <dsp:nvSpPr>
        <dsp:cNvPr id="0" name=""/>
        <dsp:cNvSpPr/>
      </dsp:nvSpPr>
      <dsp:spPr>
        <a:xfrm>
          <a:off x="275965" y="2187234"/>
          <a:ext cx="1368756" cy="136875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78A25B-C1D3-4C03-B965-4704A422FBA6}">
      <dsp:nvSpPr>
        <dsp:cNvPr id="0" name=""/>
        <dsp:cNvSpPr/>
      </dsp:nvSpPr>
      <dsp:spPr>
        <a:xfrm>
          <a:off x="563404" y="2474673"/>
          <a:ext cx="793878" cy="7938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055583-7462-4F6A-9A72-33FB7C705FC9}">
      <dsp:nvSpPr>
        <dsp:cNvPr id="0" name=""/>
        <dsp:cNvSpPr/>
      </dsp:nvSpPr>
      <dsp:spPr>
        <a:xfrm>
          <a:off x="1938026" y="2187234"/>
          <a:ext cx="3226354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NoSQL: schema-less, highly scalable, fast for large data</a:t>
          </a:r>
        </a:p>
      </dsp:txBody>
      <dsp:txXfrm>
        <a:off x="1938026" y="2187234"/>
        <a:ext cx="3226354" cy="1368756"/>
      </dsp:txXfrm>
    </dsp:sp>
    <dsp:sp modelId="{EA8A8553-16CF-44DA-ACC9-8CA41E6E3389}">
      <dsp:nvSpPr>
        <dsp:cNvPr id="0" name=""/>
        <dsp:cNvSpPr/>
      </dsp:nvSpPr>
      <dsp:spPr>
        <a:xfrm>
          <a:off x="5726548" y="2187234"/>
          <a:ext cx="1368756" cy="136875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1B9E0C-19D7-4180-875E-6F8DAFD4AB64}">
      <dsp:nvSpPr>
        <dsp:cNvPr id="0" name=""/>
        <dsp:cNvSpPr/>
      </dsp:nvSpPr>
      <dsp:spPr>
        <a:xfrm>
          <a:off x="6013987" y="2474673"/>
          <a:ext cx="793878" cy="7938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2BC3C6-B055-4B01-AD07-6317E331EB44}">
      <dsp:nvSpPr>
        <dsp:cNvPr id="0" name=""/>
        <dsp:cNvSpPr/>
      </dsp:nvSpPr>
      <dsp:spPr>
        <a:xfrm>
          <a:off x="7388609" y="2187234"/>
          <a:ext cx="3226354" cy="13687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Cassandra: a leading distributed NoSQL database</a:t>
          </a:r>
        </a:p>
      </dsp:txBody>
      <dsp:txXfrm>
        <a:off x="7388609" y="2187234"/>
        <a:ext cx="3226354" cy="13687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9CEDFD-9A73-46B6-B9AE-88BF2E55D1B6}">
      <dsp:nvSpPr>
        <dsp:cNvPr id="0" name=""/>
        <dsp:cNvSpPr/>
      </dsp:nvSpPr>
      <dsp:spPr>
        <a:xfrm>
          <a:off x="936823" y="507074"/>
          <a:ext cx="1449205" cy="14492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D7669A-499B-4E4E-AB62-7C7EA59A7F67}">
      <dsp:nvSpPr>
        <dsp:cNvPr id="0" name=""/>
        <dsp:cNvSpPr/>
      </dsp:nvSpPr>
      <dsp:spPr>
        <a:xfrm>
          <a:off x="51197" y="2339085"/>
          <a:ext cx="32204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RDBMS: rigid schema, support joins, strong consistency</a:t>
          </a:r>
        </a:p>
      </dsp:txBody>
      <dsp:txXfrm>
        <a:off x="51197" y="2339085"/>
        <a:ext cx="3220457" cy="720000"/>
      </dsp:txXfrm>
    </dsp:sp>
    <dsp:sp modelId="{F412A0BD-FE34-4523-971D-90C732BA3CCC}">
      <dsp:nvSpPr>
        <dsp:cNvPr id="0" name=""/>
        <dsp:cNvSpPr/>
      </dsp:nvSpPr>
      <dsp:spPr>
        <a:xfrm>
          <a:off x="4720861" y="507074"/>
          <a:ext cx="1449205" cy="14492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E9AAF3-F032-4513-BFCE-8D78E375893F}">
      <dsp:nvSpPr>
        <dsp:cNvPr id="0" name=""/>
        <dsp:cNvSpPr/>
      </dsp:nvSpPr>
      <dsp:spPr>
        <a:xfrm>
          <a:off x="3835235" y="2339085"/>
          <a:ext cx="32204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Cassandra: flexible schema, no joins, tunable consistency</a:t>
          </a:r>
        </a:p>
      </dsp:txBody>
      <dsp:txXfrm>
        <a:off x="3835235" y="2339085"/>
        <a:ext cx="3220457" cy="720000"/>
      </dsp:txXfrm>
    </dsp:sp>
    <dsp:sp modelId="{3FA6785E-0B4B-4259-B2D2-F6FF5AA1365B}">
      <dsp:nvSpPr>
        <dsp:cNvPr id="0" name=""/>
        <dsp:cNvSpPr/>
      </dsp:nvSpPr>
      <dsp:spPr>
        <a:xfrm>
          <a:off x="8504898" y="507074"/>
          <a:ext cx="1449205" cy="14492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7D9B49-3E82-4598-B4E7-A05DC151B3DC}">
      <dsp:nvSpPr>
        <dsp:cNvPr id="0" name=""/>
        <dsp:cNvSpPr/>
      </dsp:nvSpPr>
      <dsp:spPr>
        <a:xfrm>
          <a:off x="7619272" y="2339085"/>
          <a:ext cx="322045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RDBMS for analytical queries; Cassandra for operational workloads</a:t>
          </a:r>
        </a:p>
      </dsp:txBody>
      <dsp:txXfrm>
        <a:off x="7619272" y="2339085"/>
        <a:ext cx="3220457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261A08-DAE0-4D2F-8B62-99887C2C05CE}">
      <dsp:nvSpPr>
        <dsp:cNvPr id="0" name=""/>
        <dsp:cNvSpPr/>
      </dsp:nvSpPr>
      <dsp:spPr>
        <a:xfrm>
          <a:off x="212" y="328325"/>
          <a:ext cx="2568514" cy="308221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712" tIns="0" rIns="25371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Resilient to node failures</a:t>
          </a:r>
        </a:p>
      </dsp:txBody>
      <dsp:txXfrm>
        <a:off x="212" y="1561212"/>
        <a:ext cx="2568514" cy="1849330"/>
      </dsp:txXfrm>
    </dsp:sp>
    <dsp:sp modelId="{201D79F4-AD2A-4D3F-ADC6-3ED6576E33C2}">
      <dsp:nvSpPr>
        <dsp:cNvPr id="0" name=""/>
        <dsp:cNvSpPr/>
      </dsp:nvSpPr>
      <dsp:spPr>
        <a:xfrm>
          <a:off x="212" y="328325"/>
          <a:ext cx="2568514" cy="12328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712" tIns="165100" rIns="253712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01</a:t>
          </a:r>
        </a:p>
      </dsp:txBody>
      <dsp:txXfrm>
        <a:off x="212" y="328325"/>
        <a:ext cx="2568514" cy="1232887"/>
      </dsp:txXfrm>
    </dsp:sp>
    <dsp:sp modelId="{FC9DD25E-9037-4893-8D6F-0D86B573D0E0}">
      <dsp:nvSpPr>
        <dsp:cNvPr id="0" name=""/>
        <dsp:cNvSpPr/>
      </dsp:nvSpPr>
      <dsp:spPr>
        <a:xfrm>
          <a:off x="2774208" y="328325"/>
          <a:ext cx="2568514" cy="308221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712" tIns="0" rIns="25371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Built-in data replication</a:t>
          </a:r>
        </a:p>
      </dsp:txBody>
      <dsp:txXfrm>
        <a:off x="2774208" y="1561212"/>
        <a:ext cx="2568514" cy="1849330"/>
      </dsp:txXfrm>
    </dsp:sp>
    <dsp:sp modelId="{C8043E3F-50DD-438C-A16E-54FAD6D75039}">
      <dsp:nvSpPr>
        <dsp:cNvPr id="0" name=""/>
        <dsp:cNvSpPr/>
      </dsp:nvSpPr>
      <dsp:spPr>
        <a:xfrm>
          <a:off x="2774208" y="328325"/>
          <a:ext cx="2568514" cy="12328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712" tIns="165100" rIns="253712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02</a:t>
          </a:r>
        </a:p>
      </dsp:txBody>
      <dsp:txXfrm>
        <a:off x="2774208" y="328325"/>
        <a:ext cx="2568514" cy="1232887"/>
      </dsp:txXfrm>
    </dsp:sp>
    <dsp:sp modelId="{7B6355B2-70BB-479B-847F-37862ED23ADA}">
      <dsp:nvSpPr>
        <dsp:cNvPr id="0" name=""/>
        <dsp:cNvSpPr/>
      </dsp:nvSpPr>
      <dsp:spPr>
        <a:xfrm>
          <a:off x="5548205" y="328325"/>
          <a:ext cx="2568514" cy="308221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712" tIns="0" rIns="25371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Load balancing among nodes</a:t>
          </a:r>
        </a:p>
      </dsp:txBody>
      <dsp:txXfrm>
        <a:off x="5548205" y="1561212"/>
        <a:ext cx="2568514" cy="1849330"/>
      </dsp:txXfrm>
    </dsp:sp>
    <dsp:sp modelId="{86F02F90-9CBC-4BDE-BB57-43D3B7B92C18}">
      <dsp:nvSpPr>
        <dsp:cNvPr id="0" name=""/>
        <dsp:cNvSpPr/>
      </dsp:nvSpPr>
      <dsp:spPr>
        <a:xfrm>
          <a:off x="5548205" y="328325"/>
          <a:ext cx="2568514" cy="12328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712" tIns="165100" rIns="253712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03</a:t>
          </a:r>
        </a:p>
      </dsp:txBody>
      <dsp:txXfrm>
        <a:off x="5548205" y="328325"/>
        <a:ext cx="2568514" cy="1232887"/>
      </dsp:txXfrm>
    </dsp:sp>
    <dsp:sp modelId="{C5A553BB-CE5B-4688-82A2-738DE0FA8312}">
      <dsp:nvSpPr>
        <dsp:cNvPr id="0" name=""/>
        <dsp:cNvSpPr/>
      </dsp:nvSpPr>
      <dsp:spPr>
        <a:xfrm>
          <a:off x="8322201" y="328325"/>
          <a:ext cx="2568514" cy="308221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712" tIns="0" rIns="25371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Designed for decentralized, large-scale systems</a:t>
          </a:r>
        </a:p>
      </dsp:txBody>
      <dsp:txXfrm>
        <a:off x="8322201" y="1561212"/>
        <a:ext cx="2568514" cy="1849330"/>
      </dsp:txXfrm>
    </dsp:sp>
    <dsp:sp modelId="{21DE1B8B-64DB-47F6-84C4-7C440F7331F4}">
      <dsp:nvSpPr>
        <dsp:cNvPr id="0" name=""/>
        <dsp:cNvSpPr/>
      </dsp:nvSpPr>
      <dsp:spPr>
        <a:xfrm>
          <a:off x="8322201" y="328325"/>
          <a:ext cx="2568514" cy="123288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712" tIns="165100" rIns="253712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04</a:t>
          </a:r>
        </a:p>
      </dsp:txBody>
      <dsp:txXfrm>
        <a:off x="8322201" y="328325"/>
        <a:ext cx="2568514" cy="12328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7CA73F-3778-4FD3-A060-CD6E9D592E24}">
      <dsp:nvSpPr>
        <dsp:cNvPr id="0" name=""/>
        <dsp:cNvSpPr/>
      </dsp:nvSpPr>
      <dsp:spPr>
        <a:xfrm>
          <a:off x="3036" y="1042501"/>
          <a:ext cx="2167770" cy="13765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B27E70-BA7D-4EF2-B66A-CA4ECD5F69C9}">
      <dsp:nvSpPr>
        <dsp:cNvPr id="0" name=""/>
        <dsp:cNvSpPr/>
      </dsp:nvSpPr>
      <dsp:spPr>
        <a:xfrm>
          <a:off x="243899" y="1271321"/>
          <a:ext cx="2167770" cy="13765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Cassandra is a powerful NoSQL database for distributed systems</a:t>
          </a:r>
        </a:p>
      </dsp:txBody>
      <dsp:txXfrm>
        <a:off x="284216" y="1311638"/>
        <a:ext cx="2087136" cy="1295900"/>
      </dsp:txXfrm>
    </dsp:sp>
    <dsp:sp modelId="{605BEA41-7536-4AA6-B560-030E4C1C0196}">
      <dsp:nvSpPr>
        <dsp:cNvPr id="0" name=""/>
        <dsp:cNvSpPr/>
      </dsp:nvSpPr>
      <dsp:spPr>
        <a:xfrm>
          <a:off x="2652533" y="1042501"/>
          <a:ext cx="2167770" cy="13765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27008D-714F-4228-945B-A38BE8EE91FF}">
      <dsp:nvSpPr>
        <dsp:cNvPr id="0" name=""/>
        <dsp:cNvSpPr/>
      </dsp:nvSpPr>
      <dsp:spPr>
        <a:xfrm>
          <a:off x="2893397" y="1271321"/>
          <a:ext cx="2167770" cy="13765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Key benefits: scalability, availability, fault-tolerance</a:t>
          </a:r>
        </a:p>
      </dsp:txBody>
      <dsp:txXfrm>
        <a:off x="2933714" y="1311638"/>
        <a:ext cx="2087136" cy="1295900"/>
      </dsp:txXfrm>
    </dsp:sp>
    <dsp:sp modelId="{756E2C3C-0E94-478A-9BE7-40F4EC31CD3D}">
      <dsp:nvSpPr>
        <dsp:cNvPr id="0" name=""/>
        <dsp:cNvSpPr/>
      </dsp:nvSpPr>
      <dsp:spPr>
        <a:xfrm>
          <a:off x="5302031" y="1042501"/>
          <a:ext cx="2167770" cy="13765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6A2D79-71AF-4F05-8E55-33FB1AA5B06A}">
      <dsp:nvSpPr>
        <dsp:cNvPr id="0" name=""/>
        <dsp:cNvSpPr/>
      </dsp:nvSpPr>
      <dsp:spPr>
        <a:xfrm>
          <a:off x="5542895" y="1271321"/>
          <a:ext cx="2167770" cy="13765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Suitable for high-write, always-on, globally distributed applications</a:t>
          </a:r>
        </a:p>
      </dsp:txBody>
      <dsp:txXfrm>
        <a:off x="5583212" y="1311638"/>
        <a:ext cx="2087136" cy="1295900"/>
      </dsp:txXfrm>
    </dsp:sp>
    <dsp:sp modelId="{97778B39-65EE-427E-9CE3-22A2313A5FA1}">
      <dsp:nvSpPr>
        <dsp:cNvPr id="0" name=""/>
        <dsp:cNvSpPr/>
      </dsp:nvSpPr>
      <dsp:spPr>
        <a:xfrm>
          <a:off x="7951529" y="1042501"/>
          <a:ext cx="2167770" cy="13765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3AF045-3433-48EE-975B-FB5BC2903495}">
      <dsp:nvSpPr>
        <dsp:cNvPr id="0" name=""/>
        <dsp:cNvSpPr/>
      </dsp:nvSpPr>
      <dsp:spPr>
        <a:xfrm>
          <a:off x="8192392" y="1271321"/>
          <a:ext cx="2167770" cy="13765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Now, let’s move on to the hands-on part of the presentation…</a:t>
          </a:r>
        </a:p>
      </dsp:txBody>
      <dsp:txXfrm>
        <a:off x="8232709" y="1311638"/>
        <a:ext cx="2087136" cy="1295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690B8-B0B9-4E8F-A218-9597A42B803B}" type="datetimeFigureOut">
              <a:rPr lang="en-US" smtClean="0"/>
              <a:t>2025-04-12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8B3F0D-D42F-49BB-87EA-1DD51CCA3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487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8B3F0D-D42F-49BB-87EA-1DD51CCA396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884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2025-04-12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02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2025-04-12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2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2025-04-12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13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2025-04-12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18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2025-04-12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053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2025-04-12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8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2025-04-12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773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2025-04-12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680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2025-04-12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5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2025-04-12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305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2025-04-12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0953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2025-04-12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294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6" name="Rectangle 104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A857E-0878-A4B5-8B1B-89F2BF088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4304538"/>
            <a:ext cx="3156857" cy="1362456"/>
          </a:xfrm>
        </p:spPr>
        <p:txBody>
          <a:bodyPr anchor="t">
            <a:normAutofit/>
          </a:bodyPr>
          <a:lstStyle/>
          <a:p>
            <a:r>
              <a:rPr lang="en-US"/>
              <a:t>Distributed Systems</a:t>
            </a:r>
          </a:p>
        </p:txBody>
      </p:sp>
      <p:cxnSp>
        <p:nvCxnSpPr>
          <p:cNvPr id="1048" name="Straight Connector 1047">
            <a:extLst>
              <a:ext uri="{FF2B5EF4-FFF2-40B4-BE49-F238E27FC236}">
                <a16:creationId xmlns:a16="http://schemas.microsoft.com/office/drawing/2014/main" id="{750527CE-FCD0-40C8-B37A-39331C2A4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011930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D7300253-CFE7-8765-FC04-70BA526EF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04641" y="1203542"/>
            <a:ext cx="6876288" cy="4624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695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A34AD7-1053-D46C-1533-634B1F71F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Introduction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DAF647-A425-7D4A-E81E-18CE249381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0449218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307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FA892-FB1E-5B4F-E43A-E172163EA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Cassandra?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77A02-C5CD-5689-8E95-239002078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Open-source, distributed, wide-column NoSQL 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Initially developed at Facebook; now an Apache 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Designed for handling massive amounts of data across servers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by Netflix, Instagram, Apple, and others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194" name="Picture 2" descr="what is Cassandra? | An Comprehensive Guide to Apache Cassandra">
            <a:extLst>
              <a:ext uri="{FF2B5EF4-FFF2-40B4-BE49-F238E27FC236}">
                <a16:creationId xmlns:a16="http://schemas.microsoft.com/office/drawing/2014/main" id="{C11DFBBF-2DCE-E504-1A35-AB8F5D203C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21" t="12205" r="27155" b="2882"/>
          <a:stretch/>
        </p:blipFill>
        <p:spPr bwMode="auto">
          <a:xfrm>
            <a:off x="7927848" y="1314084"/>
            <a:ext cx="4163568" cy="4229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79022F4-0757-A616-EB78-E8E78211ED82}"/>
              </a:ext>
            </a:extLst>
          </p:cNvPr>
          <p:cNvSpPr/>
          <p:nvPr/>
        </p:nvSpPr>
        <p:spPr>
          <a:xfrm>
            <a:off x="9607550" y="2770632"/>
            <a:ext cx="936794" cy="9078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30B517-E8A4-5D80-13D6-6580AB8CC8C8}"/>
              </a:ext>
            </a:extLst>
          </p:cNvPr>
          <p:cNvSpPr/>
          <p:nvPr/>
        </p:nvSpPr>
        <p:spPr>
          <a:xfrm>
            <a:off x="9487408" y="3365626"/>
            <a:ext cx="1161542" cy="4774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476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4E31C-AB33-D601-FB9B-B3B94DB62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4653D-96DE-7547-EBB8-30EC74768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 Single Point of Failure:</a:t>
            </a:r>
            <a:r>
              <a:rPr lang="en-US" dirty="0"/>
              <a:t> every node is equal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Horizontal Scalability:</a:t>
            </a:r>
            <a:r>
              <a:rPr lang="en-US" dirty="0"/>
              <a:t> easy to add more nodes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High Availability:</a:t>
            </a:r>
            <a:r>
              <a:rPr lang="en-US" dirty="0"/>
              <a:t> thanks to replication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Optimized for writes:</a:t>
            </a:r>
            <a:r>
              <a:rPr lang="en-US" dirty="0"/>
              <a:t> fast write-heavy workloads</a:t>
            </a:r>
          </a:p>
        </p:txBody>
      </p:sp>
      <p:pic>
        <p:nvPicPr>
          <p:cNvPr id="2052" name="Picture 4" descr="What Is Cassandra? Working, Features, and Uses">
            <a:extLst>
              <a:ext uri="{FF2B5EF4-FFF2-40B4-BE49-F238E27FC236}">
                <a16:creationId xmlns:a16="http://schemas.microsoft.com/office/drawing/2014/main" id="{8E1ECCC0-BC60-BF45-5C28-FF209B02E5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76" t="21193" r="16644" b="2316"/>
          <a:stretch/>
        </p:blipFill>
        <p:spPr bwMode="auto">
          <a:xfrm>
            <a:off x="7363326" y="806115"/>
            <a:ext cx="3859731" cy="5245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122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6" name="Rectangle 3085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6B4ED9-B552-F2ED-6365-C546BFDAA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n-US" dirty="0"/>
              <a:t>Architecture Overview</a:t>
            </a:r>
          </a:p>
        </p:txBody>
      </p:sp>
      <p:cxnSp>
        <p:nvCxnSpPr>
          <p:cNvPr id="3088" name="Straight Connector 3087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05A67-7BEE-2B8B-3FD6-5A6EC8B49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236"/>
            <a:ext cx="6193857" cy="366698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Ring topology:</a:t>
            </a:r>
            <a:r>
              <a:rPr lang="en-US" dirty="0"/>
              <a:t> no master node, peer-to-peer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Gossip Protocol:</a:t>
            </a:r>
            <a:r>
              <a:rPr lang="en-US" dirty="0"/>
              <a:t> nodes share state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Partitioning:</a:t>
            </a:r>
            <a:r>
              <a:rPr lang="en-US" dirty="0"/>
              <a:t> data is distributed using partition keys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Replication:</a:t>
            </a:r>
            <a:r>
              <a:rPr lang="en-US" dirty="0"/>
              <a:t> copies of data stored across nodes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Replication Strategies:</a:t>
            </a:r>
            <a:r>
              <a:rPr lang="en-US" dirty="0"/>
              <a:t> SimpleStrategy &amp; NetworkTopologyStrategy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81" name="Picture 9" descr="Cassandra Link - Cassandra Architecture Tutorial | Simplilearn">
            <a:extLst>
              <a:ext uri="{FF2B5EF4-FFF2-40B4-BE49-F238E27FC236}">
                <a16:creationId xmlns:a16="http://schemas.microsoft.com/office/drawing/2014/main" id="{6A116DE0-EB28-DE38-D1BA-07110DB4B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97054" y="1448937"/>
            <a:ext cx="4375829" cy="396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6826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4FEDD8-0FFE-32E3-B0D2-1D1601066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n-US" dirty="0"/>
              <a:t>Data Model in Cassandra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EE10A-DE72-EC95-32D5-6FC19AB70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Keyspace:</a:t>
            </a:r>
            <a:r>
              <a:rPr lang="en-US" dirty="0"/>
              <a:t> similar to a database in RDBMS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Table → Rows → Columns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Primary Key = Partition Key + Clustering Column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Partition Key decides data location; Clustering Column defines sorting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What is a Cassandra Data Model? Definition &amp; FAQs | ScyllaDB">
            <a:extLst>
              <a:ext uri="{FF2B5EF4-FFF2-40B4-BE49-F238E27FC236}">
                <a16:creationId xmlns:a16="http://schemas.microsoft.com/office/drawing/2014/main" id="{C9093510-481D-2573-D33E-95E4AC406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97054" y="1100087"/>
            <a:ext cx="4375829" cy="4657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2656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9D592-8040-1F6C-C673-2682BE2AB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Cassandra vs. Traditional RDBMS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226368-C474-E300-3805-61F2C772A30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44762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0AC3D-C62B-32EB-5667-EDF19E600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23A0-1BE9-BF1D-F115-AF891A1EE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Netflix:</a:t>
            </a:r>
            <a:r>
              <a:rPr lang="en-US" dirty="0"/>
              <a:t> user preferences and stream metadata</a:t>
            </a:r>
          </a:p>
          <a:p>
            <a:r>
              <a:rPr lang="en-US" b="1" dirty="0"/>
              <a:t>Instagram:</a:t>
            </a:r>
            <a:r>
              <a:rPr lang="en-US" dirty="0"/>
              <a:t> comment storage and activity logs</a:t>
            </a:r>
          </a:p>
          <a:p>
            <a:r>
              <a:rPr lang="en-US" b="1" dirty="0"/>
              <a:t>Apple:</a:t>
            </a:r>
            <a:r>
              <a:rPr lang="en-US" dirty="0"/>
              <a:t> iCloud services backend</a:t>
            </a:r>
          </a:p>
          <a:p>
            <a:r>
              <a:rPr lang="en-US" dirty="0"/>
              <a:t>Selected for scalability and fault tolerance</a:t>
            </a:r>
          </a:p>
        </p:txBody>
      </p:sp>
      <p:pic>
        <p:nvPicPr>
          <p:cNvPr id="2052" name="Picture 4" descr="Generated image">
            <a:extLst>
              <a:ext uri="{FF2B5EF4-FFF2-40B4-BE49-F238E27FC236}">
                <a16:creationId xmlns:a16="http://schemas.microsoft.com/office/drawing/2014/main" id="{2D67FDCE-5DCF-DA38-4807-545838A20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026" y="1501675"/>
            <a:ext cx="5781974" cy="3854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439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C69525-1BE4-4BA0-A23C-3BB6C162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3C73F9-272C-6E97-8090-49DBDF993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en-US" dirty="0"/>
              <a:t>Why Cassandra for Distributed Systems?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8AF875-C18B-4B48-AE4C-A63FD3CEF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A68B56-8FCB-21A2-EA74-CED995D9E3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6089218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5945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117FA0-4514-F37A-90A2-2B070EC06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>
            <a:normAutofit/>
          </a:bodyPr>
          <a:lstStyle/>
          <a:p>
            <a:r>
              <a:rPr lang="en-US" dirty="0"/>
              <a:t>Summary of Theory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C13049-4BAF-8D2B-8652-3BC3E31415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380920"/>
              </p:ext>
            </p:extLst>
          </p:nvPr>
        </p:nvGraphicFramePr>
        <p:xfrm>
          <a:off x="914400" y="2607561"/>
          <a:ext cx="10363200" cy="3690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995964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319</Words>
  <Application>Microsoft Office PowerPoint</Application>
  <PresentationFormat>Widescreen</PresentationFormat>
  <Paragraphs>51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Grandview Display</vt:lpstr>
      <vt:lpstr>DashVTI</vt:lpstr>
      <vt:lpstr>PowerPoint Presentation</vt:lpstr>
      <vt:lpstr>Introduction</vt:lpstr>
      <vt:lpstr>What is Cassandra?</vt:lpstr>
      <vt:lpstr>Key Features</vt:lpstr>
      <vt:lpstr>Architecture Overview</vt:lpstr>
      <vt:lpstr>Data Model in Cassandra</vt:lpstr>
      <vt:lpstr>Cassandra vs. Traditional RDBMS</vt:lpstr>
      <vt:lpstr>Real-World Use Cases</vt:lpstr>
      <vt:lpstr>Why Cassandra for Distributed Systems?</vt:lpstr>
      <vt:lpstr>Summary of Theory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amirhossein zeinoddini</dc:creator>
  <cp:lastModifiedBy>amirhossein zeinoddini</cp:lastModifiedBy>
  <cp:revision>5</cp:revision>
  <dcterms:created xsi:type="dcterms:W3CDTF">2025-04-11T18:23:11Z</dcterms:created>
  <dcterms:modified xsi:type="dcterms:W3CDTF">2025-04-12T15:22:43Z</dcterms:modified>
</cp:coreProperties>
</file>